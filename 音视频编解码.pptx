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D996-CE9E-432A-86C4-A040E9078786}" type="datetimeFigureOut">
              <a:rPr lang="zh-CN" altLang="en-US" smtClean="0"/>
              <a:t>2019/2/22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B93D-0869-4409-84D2-77139B13CC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03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D996-CE9E-432A-86C4-A040E9078786}" type="datetimeFigureOut">
              <a:rPr lang="zh-CN" altLang="en-US" smtClean="0"/>
              <a:t>2019/2/22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B93D-0869-4409-84D2-77139B13CC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32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D996-CE9E-432A-86C4-A040E9078786}" type="datetimeFigureOut">
              <a:rPr lang="zh-CN" altLang="en-US" smtClean="0"/>
              <a:t>2019/2/22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B93D-0869-4409-84D2-77139B13CC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359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D996-CE9E-432A-86C4-A040E9078786}" type="datetimeFigureOut">
              <a:rPr lang="zh-CN" altLang="en-US" smtClean="0"/>
              <a:t>2019/2/22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B93D-0869-4409-84D2-77139B13CC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011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D996-CE9E-432A-86C4-A040E9078786}" type="datetimeFigureOut">
              <a:rPr lang="zh-CN" altLang="en-US" smtClean="0"/>
              <a:t>2019/2/22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B93D-0869-4409-84D2-77139B13CC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70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D996-CE9E-432A-86C4-A040E9078786}" type="datetimeFigureOut">
              <a:rPr lang="zh-CN" altLang="en-US" smtClean="0"/>
              <a:t>2019/2/22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B93D-0869-4409-84D2-77139B13CC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37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D996-CE9E-432A-86C4-A040E9078786}" type="datetimeFigureOut">
              <a:rPr lang="zh-CN" altLang="en-US" smtClean="0"/>
              <a:t>2019/2/22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B93D-0869-4409-84D2-77139B13CC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868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D996-CE9E-432A-86C4-A040E9078786}" type="datetimeFigureOut">
              <a:rPr lang="zh-CN" altLang="en-US" smtClean="0"/>
              <a:t>2019/2/22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B93D-0869-4409-84D2-77139B13CC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373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D996-CE9E-432A-86C4-A040E9078786}" type="datetimeFigureOut">
              <a:rPr lang="zh-CN" altLang="en-US" smtClean="0"/>
              <a:t>2019/2/22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B93D-0869-4409-84D2-77139B13CC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68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D996-CE9E-432A-86C4-A040E9078786}" type="datetimeFigureOut">
              <a:rPr lang="zh-CN" altLang="en-US" smtClean="0"/>
              <a:t>2019/2/22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B93D-0869-4409-84D2-77139B13CC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96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0D996-CE9E-432A-86C4-A040E9078786}" type="datetimeFigureOut">
              <a:rPr lang="zh-CN" altLang="en-US" smtClean="0"/>
              <a:t>2019/2/22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0B93D-0869-4409-84D2-77139B13CC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865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0D996-CE9E-432A-86C4-A040E9078786}" type="datetimeFigureOut">
              <a:rPr lang="zh-CN" altLang="en-US" smtClean="0"/>
              <a:t>2019/2/22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0B93D-0869-4409-84D2-77139B13CC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10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57198" y="1180407"/>
            <a:ext cx="1379916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AVFormatContext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14154" y="606793"/>
            <a:ext cx="1321724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AVInputFormat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14154" y="1172098"/>
            <a:ext cx="1321724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AVStream[0]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14154" y="1736334"/>
            <a:ext cx="1321724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AVStream[1]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12918" y="1741663"/>
            <a:ext cx="1497676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AVCodecParameters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312918" y="1180408"/>
            <a:ext cx="1497676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AVCodecParameters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7198" y="2626369"/>
            <a:ext cx="1497676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AVCodecParameters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92284" y="2628472"/>
            <a:ext cx="1497676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AVCodec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42552" y="3466529"/>
            <a:ext cx="1497676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AVPacket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105100" y="3460271"/>
            <a:ext cx="1497676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AVFrame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4316" y="2614448"/>
            <a:ext cx="1497676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AVCodecContext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肘形连接符 16"/>
          <p:cNvCxnSpPr>
            <a:stCxn id="5" idx="3"/>
            <a:endCxn id="6" idx="1"/>
          </p:cNvCxnSpPr>
          <p:nvPr/>
        </p:nvCxnSpPr>
        <p:spPr>
          <a:xfrm flipV="1">
            <a:off x="1837114" y="818768"/>
            <a:ext cx="577040" cy="5736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5" idx="3"/>
            <a:endCxn id="8" idx="1"/>
          </p:cNvCxnSpPr>
          <p:nvPr/>
        </p:nvCxnSpPr>
        <p:spPr>
          <a:xfrm>
            <a:off x="1837114" y="1392382"/>
            <a:ext cx="577040" cy="5559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2057400" y="1392386"/>
            <a:ext cx="356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7" idx="3"/>
            <a:endCxn id="10" idx="1"/>
          </p:cNvCxnSpPr>
          <p:nvPr/>
        </p:nvCxnSpPr>
        <p:spPr>
          <a:xfrm>
            <a:off x="3735878" y="1384073"/>
            <a:ext cx="577040" cy="8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8" idx="3"/>
            <a:endCxn id="9" idx="1"/>
          </p:cNvCxnSpPr>
          <p:nvPr/>
        </p:nvCxnSpPr>
        <p:spPr>
          <a:xfrm>
            <a:off x="3735878" y="1948309"/>
            <a:ext cx="577040" cy="5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右箭头 28"/>
          <p:cNvSpPr/>
          <p:nvPr/>
        </p:nvSpPr>
        <p:spPr>
          <a:xfrm>
            <a:off x="1954874" y="2758346"/>
            <a:ext cx="1079442" cy="167174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2540228" y="3615622"/>
            <a:ext cx="1564872" cy="113247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939371" y="2392547"/>
            <a:ext cx="1183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avcodec_parameters_to_context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接箭头连接符 37"/>
          <p:cNvCxnSpPr>
            <a:stCxn id="15" idx="3"/>
            <a:endCxn id="12" idx="1"/>
          </p:cNvCxnSpPr>
          <p:nvPr/>
        </p:nvCxnSpPr>
        <p:spPr>
          <a:xfrm>
            <a:off x="4531992" y="2826423"/>
            <a:ext cx="260292" cy="14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2601320" y="3369400"/>
            <a:ext cx="14365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avcodec_send_packet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586148" y="3672245"/>
            <a:ext cx="151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avcodec_receive_frame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4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6847954" y="706947"/>
            <a:ext cx="1625486" cy="17009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232314" y="421340"/>
            <a:ext cx="1720735" cy="22278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248494" y="1030742"/>
            <a:ext cx="1720735" cy="22278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14154" y="606793"/>
            <a:ext cx="1321724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uint8_t* data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14154" y="1172098"/>
            <a:ext cx="1321724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 size</a:t>
            </a:r>
          </a:p>
        </p:txBody>
      </p:sp>
      <p:sp>
        <p:nvSpPr>
          <p:cNvPr id="8" name="矩形 7"/>
          <p:cNvSpPr/>
          <p:nvPr/>
        </p:nvSpPr>
        <p:spPr>
          <a:xfrm>
            <a:off x="2414154" y="1736334"/>
            <a:ext cx="1321724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AVBufferRef* buf 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423062" y="1159625"/>
            <a:ext cx="1321724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AVBuffer* buffer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423062" y="1751933"/>
            <a:ext cx="1321724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uint8_t* data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423062" y="2331720"/>
            <a:ext cx="1321724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int* size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49886" y="780377"/>
            <a:ext cx="1225434" cy="42394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用户数据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049885" y="1212635"/>
            <a:ext cx="1225436" cy="42394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引用计数值</a:t>
            </a:r>
            <a:endParaRPr lang="en-US" altLang="zh-CN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75513" y="2778555"/>
            <a:ext cx="1693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AVBufferRef</a:t>
            </a:r>
          </a:p>
          <a:p>
            <a:pPr algn="ctr"/>
            <a:r>
              <a:rPr lang="zh-CN" alt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（引用计数智能指针）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接箭头连接符 15"/>
          <p:cNvCxnSpPr>
            <a:stCxn id="8" idx="3"/>
          </p:cNvCxnSpPr>
          <p:nvPr/>
        </p:nvCxnSpPr>
        <p:spPr>
          <a:xfrm flipV="1">
            <a:off x="3735878" y="1948308"/>
            <a:ext cx="53963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2321677" y="2239296"/>
            <a:ext cx="1693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AVPacket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049883" y="1636584"/>
            <a:ext cx="1225436" cy="42394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直接箭头连接符 54"/>
          <p:cNvCxnSpPr/>
          <p:nvPr/>
        </p:nvCxnSpPr>
        <p:spPr>
          <a:xfrm>
            <a:off x="5744785" y="1367803"/>
            <a:ext cx="1103169" cy="3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任意多边形 58"/>
          <p:cNvSpPr/>
          <p:nvPr/>
        </p:nvSpPr>
        <p:spPr>
          <a:xfrm>
            <a:off x="3741420" y="182183"/>
            <a:ext cx="3299460" cy="739837"/>
          </a:xfrm>
          <a:custGeom>
            <a:avLst/>
            <a:gdLst>
              <a:gd name="connsiteX0" fmla="*/ 0 w 3299460"/>
              <a:gd name="connsiteY0" fmla="*/ 633157 h 739837"/>
              <a:gd name="connsiteX1" fmla="*/ 1143000 w 3299460"/>
              <a:gd name="connsiteY1" fmla="*/ 697 h 739837"/>
              <a:gd name="connsiteX2" fmla="*/ 3299460 w 3299460"/>
              <a:gd name="connsiteY2" fmla="*/ 739837 h 739837"/>
              <a:gd name="connsiteX3" fmla="*/ 3299460 w 3299460"/>
              <a:gd name="connsiteY3" fmla="*/ 739837 h 73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99460" h="739837">
                <a:moveTo>
                  <a:pt x="0" y="633157"/>
                </a:moveTo>
                <a:cubicBezTo>
                  <a:pt x="296545" y="308037"/>
                  <a:pt x="593090" y="-17083"/>
                  <a:pt x="1143000" y="697"/>
                </a:cubicBezTo>
                <a:cubicBezTo>
                  <a:pt x="1692910" y="18477"/>
                  <a:pt x="3299460" y="739837"/>
                  <a:pt x="3299460" y="739837"/>
                </a:cubicBezTo>
                <a:lnTo>
                  <a:pt x="3299460" y="739837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/>
        </p:nvSpPr>
        <p:spPr>
          <a:xfrm>
            <a:off x="5745480" y="1059180"/>
            <a:ext cx="1295400" cy="958326"/>
          </a:xfrm>
          <a:custGeom>
            <a:avLst/>
            <a:gdLst>
              <a:gd name="connsiteX0" fmla="*/ 0 w 1295400"/>
              <a:gd name="connsiteY0" fmla="*/ 914400 h 958326"/>
              <a:gd name="connsiteX1" fmla="*/ 845820 w 1295400"/>
              <a:gd name="connsiteY1" fmla="*/ 853440 h 958326"/>
              <a:gd name="connsiteX2" fmla="*/ 1295400 w 1295400"/>
              <a:gd name="connsiteY2" fmla="*/ 0 h 958326"/>
              <a:gd name="connsiteX3" fmla="*/ 1295400 w 1295400"/>
              <a:gd name="connsiteY3" fmla="*/ 0 h 958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5400" h="958326">
                <a:moveTo>
                  <a:pt x="0" y="914400"/>
                </a:moveTo>
                <a:cubicBezTo>
                  <a:pt x="314960" y="960120"/>
                  <a:pt x="629920" y="1005840"/>
                  <a:pt x="845820" y="853440"/>
                </a:cubicBezTo>
                <a:cubicBezTo>
                  <a:pt x="1061720" y="701040"/>
                  <a:pt x="1295400" y="0"/>
                  <a:pt x="1295400" y="0"/>
                </a:cubicBezTo>
                <a:lnTo>
                  <a:pt x="1295400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126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84321" y="3297993"/>
            <a:ext cx="1321724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正常</a:t>
            </a:r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zh-CN" alt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未按下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46430" y="2226198"/>
            <a:ext cx="1321724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正常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zh-CN" alt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按下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70622" y="1064356"/>
            <a:ext cx="1321724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暂停</a:t>
            </a:r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zh-CN" alt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按下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70622" y="3297994"/>
            <a:ext cx="1321724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暂停</a:t>
            </a:r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zh-CN" alt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未</a:t>
            </a:r>
            <a:r>
              <a:rPr lang="zh-CN" alt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按下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84321" y="1064356"/>
            <a:ext cx="1321724" cy="4239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快进</a:t>
            </a:r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zh-CN" alt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按下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202462" y="3542674"/>
            <a:ext cx="41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endParaRPr lang="zh-CN" altLang="en-US" sz="1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曲线连接符 30"/>
          <p:cNvCxnSpPr>
            <a:stCxn id="5" idx="0"/>
            <a:endCxn id="8" idx="1"/>
          </p:cNvCxnSpPr>
          <p:nvPr/>
        </p:nvCxnSpPr>
        <p:spPr>
          <a:xfrm rot="5400000" flipH="1" flipV="1">
            <a:off x="5820873" y="1162751"/>
            <a:ext cx="949867" cy="117702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161594" y="1468039"/>
            <a:ext cx="41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endParaRPr lang="zh-CN" altLang="en-US" sz="1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曲线连接符 34"/>
          <p:cNvCxnSpPr>
            <a:stCxn id="8" idx="0"/>
            <a:endCxn id="8" idx="3"/>
          </p:cNvCxnSpPr>
          <p:nvPr/>
        </p:nvCxnSpPr>
        <p:spPr>
          <a:xfrm rot="16200000" flipH="1">
            <a:off x="7769626" y="839912"/>
            <a:ext cx="211975" cy="660862"/>
          </a:xfrm>
          <a:prstGeom prst="curvedConnector4">
            <a:avLst>
              <a:gd name="adj1" fmla="val -262420"/>
              <a:gd name="adj2" fmla="val 1518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8206045" y="293395"/>
            <a:ext cx="41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endParaRPr lang="zh-CN" altLang="en-US" sz="1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956789" y="2226199"/>
            <a:ext cx="41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endParaRPr lang="zh-CN" altLang="en-US" sz="1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曲线连接符 42"/>
          <p:cNvCxnSpPr>
            <a:stCxn id="5" idx="0"/>
            <a:endCxn id="6" idx="3"/>
          </p:cNvCxnSpPr>
          <p:nvPr/>
        </p:nvCxnSpPr>
        <p:spPr>
          <a:xfrm rot="16200000" flipV="1">
            <a:off x="4674886" y="1193792"/>
            <a:ext cx="949867" cy="1114946"/>
          </a:xfrm>
          <a:prstGeom prst="curved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5057427" y="1489554"/>
            <a:ext cx="41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endParaRPr lang="zh-CN" altLang="en-US" sz="1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曲线连接符 45"/>
          <p:cNvCxnSpPr>
            <a:stCxn id="6" idx="1"/>
            <a:endCxn id="7" idx="1"/>
          </p:cNvCxnSpPr>
          <p:nvPr/>
        </p:nvCxnSpPr>
        <p:spPr>
          <a:xfrm rot="10800000" flipV="1">
            <a:off x="3270622" y="1276331"/>
            <a:ext cx="12700" cy="2233638"/>
          </a:xfrm>
          <a:prstGeom prst="curvedConnector3">
            <a:avLst>
              <a:gd name="adj1" fmla="val 756000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965432" y="2226198"/>
            <a:ext cx="41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endParaRPr lang="zh-CN" altLang="en-US" sz="1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曲线连接符 48"/>
          <p:cNvCxnSpPr>
            <a:stCxn id="7" idx="3"/>
            <a:endCxn id="5" idx="2"/>
          </p:cNvCxnSpPr>
          <p:nvPr/>
        </p:nvCxnSpPr>
        <p:spPr>
          <a:xfrm flipV="1">
            <a:off x="4592346" y="2650147"/>
            <a:ext cx="1114946" cy="859822"/>
          </a:xfrm>
          <a:prstGeom prst="curved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5126313" y="3509969"/>
            <a:ext cx="41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endParaRPr lang="zh-CN" altLang="en-US" sz="1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曲线连接符 56"/>
          <p:cNvCxnSpPr>
            <a:stCxn id="6" idx="0"/>
            <a:endCxn id="8" idx="0"/>
          </p:cNvCxnSpPr>
          <p:nvPr/>
        </p:nvCxnSpPr>
        <p:spPr>
          <a:xfrm rot="5400000" flipH="1" flipV="1">
            <a:off x="5738333" y="-742493"/>
            <a:ext cx="12700" cy="3613699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5510646" y="310952"/>
            <a:ext cx="41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endParaRPr lang="zh-CN" altLang="en-US" sz="1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曲线连接符 67"/>
          <p:cNvCxnSpPr>
            <a:stCxn id="8" idx="3"/>
            <a:endCxn id="4" idx="3"/>
          </p:cNvCxnSpPr>
          <p:nvPr/>
        </p:nvCxnSpPr>
        <p:spPr>
          <a:xfrm>
            <a:off x="8206045" y="1276331"/>
            <a:ext cx="12700" cy="2233637"/>
          </a:xfrm>
          <a:prstGeom prst="curvedConnector3">
            <a:avLst>
              <a:gd name="adj1" fmla="val 672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曲线连接符 75"/>
          <p:cNvCxnSpPr>
            <a:stCxn id="4" idx="1"/>
            <a:endCxn id="5" idx="2"/>
          </p:cNvCxnSpPr>
          <p:nvPr/>
        </p:nvCxnSpPr>
        <p:spPr>
          <a:xfrm rot="10800000">
            <a:off x="5707293" y="2650148"/>
            <a:ext cx="1177029" cy="8598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213360" y="3939540"/>
            <a:ext cx="2141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暂停状态什么都不做</a:t>
            </a:r>
            <a:endParaRPr lang="en-US" altLang="zh-CN" dirty="0" smtClean="0"/>
          </a:p>
          <a:p>
            <a:r>
              <a:rPr lang="zh-CN" altLang="en-US" dirty="0" smtClean="0"/>
              <a:t>快进和正常状态 设置间隔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0810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83</Words>
  <Application>Microsoft Office PowerPoint</Application>
  <PresentationFormat>宽屏</PresentationFormat>
  <Paragraphs>41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Myth</dc:creator>
  <cp:lastModifiedBy>Myth</cp:lastModifiedBy>
  <cp:revision>11</cp:revision>
  <dcterms:created xsi:type="dcterms:W3CDTF">2019-01-14T11:49:30Z</dcterms:created>
  <dcterms:modified xsi:type="dcterms:W3CDTF">2019-02-22T04:26:16Z</dcterms:modified>
</cp:coreProperties>
</file>