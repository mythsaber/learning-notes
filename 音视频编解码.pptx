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-2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2019/1/25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47</Words>
  <Application>Microsoft Office PowerPoint</Application>
  <PresentationFormat>宽屏</PresentationFormat>
  <Paragraphs>26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8</cp:revision>
  <dcterms:created xsi:type="dcterms:W3CDTF">2019-01-14T11:49:30Z</dcterms:created>
  <dcterms:modified xsi:type="dcterms:W3CDTF">2019-01-25T04:06:08Z</dcterms:modified>
</cp:coreProperties>
</file>