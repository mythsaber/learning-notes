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103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6327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359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5011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77073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3374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868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6373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7680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596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6865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80D996-CE9E-432A-86C4-A040E9078786}" type="datetimeFigureOut">
              <a:rPr lang="zh-CN" altLang="en-US" smtClean="0"/>
              <a:t>2019/1/14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105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457198" y="1180407"/>
            <a:ext cx="137991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AVFormatContext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414154" y="6067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AVInputFormat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4154" y="11720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AVStream[0]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2414154" y="173633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AVStream[1]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4312918" y="1741663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4312918" y="118040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57198" y="262636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792284" y="2628472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042552" y="346652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105100" y="3460271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034316" y="261444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肘形连接符 16"/>
          <p:cNvCxnSpPr>
            <a:stCxn id="5" idx="3"/>
            <a:endCxn id="6" idx="1"/>
          </p:cNvCxnSpPr>
          <p:nvPr/>
        </p:nvCxnSpPr>
        <p:spPr>
          <a:xfrm flipV="1">
            <a:off x="1837114" y="818768"/>
            <a:ext cx="577040" cy="5736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肘形连接符 18"/>
          <p:cNvCxnSpPr>
            <a:stCxn id="5" idx="3"/>
            <a:endCxn id="8" idx="1"/>
          </p:cNvCxnSpPr>
          <p:nvPr/>
        </p:nvCxnSpPr>
        <p:spPr>
          <a:xfrm>
            <a:off x="1837114" y="1392382"/>
            <a:ext cx="577040" cy="55592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/>
          <p:nvPr/>
        </p:nvCxnSpPr>
        <p:spPr>
          <a:xfrm>
            <a:off x="2057400" y="1392386"/>
            <a:ext cx="3567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>
            <a:stCxn id="7" idx="3"/>
            <a:endCxn id="10" idx="1"/>
          </p:cNvCxnSpPr>
          <p:nvPr/>
        </p:nvCxnSpPr>
        <p:spPr>
          <a:xfrm>
            <a:off x="3735878" y="1384073"/>
            <a:ext cx="577040" cy="8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>
            <a:stCxn id="8" idx="3"/>
            <a:endCxn id="9" idx="1"/>
          </p:cNvCxnSpPr>
          <p:nvPr/>
        </p:nvCxnSpPr>
        <p:spPr>
          <a:xfrm>
            <a:off x="3735878" y="1948309"/>
            <a:ext cx="577040" cy="5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右箭头 28"/>
          <p:cNvSpPr/>
          <p:nvPr/>
        </p:nvSpPr>
        <p:spPr>
          <a:xfrm>
            <a:off x="1954874" y="2758346"/>
            <a:ext cx="1079442" cy="167174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2540228" y="3615622"/>
            <a:ext cx="1564872" cy="113247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/>
        </p:nvSpPr>
        <p:spPr>
          <a:xfrm>
            <a:off x="1939371" y="2392547"/>
            <a:ext cx="1183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avcodec_parameters_to_context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8" name="直接箭头连接符 37"/>
          <p:cNvCxnSpPr>
            <a:stCxn id="15" idx="3"/>
            <a:endCxn id="12" idx="1"/>
          </p:cNvCxnSpPr>
          <p:nvPr/>
        </p:nvCxnSpPr>
        <p:spPr>
          <a:xfrm>
            <a:off x="4531992" y="2826423"/>
            <a:ext cx="260292" cy="1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2601320" y="3369400"/>
            <a:ext cx="14365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avcodec_send_packet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2586148" y="3672245"/>
            <a:ext cx="15189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avcodec_receive_frame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448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16</Words>
  <Application>Microsoft Office PowerPoint</Application>
  <PresentationFormat>宽屏</PresentationFormat>
  <Paragraphs>14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Myth</dc:creator>
  <cp:lastModifiedBy>Myth</cp:lastModifiedBy>
  <cp:revision>3</cp:revision>
  <dcterms:created xsi:type="dcterms:W3CDTF">2019-01-14T11:49:30Z</dcterms:created>
  <dcterms:modified xsi:type="dcterms:W3CDTF">2019-01-14T12:07:43Z</dcterms:modified>
</cp:coreProperties>
</file>