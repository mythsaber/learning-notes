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2019/3/2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103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2019/3/2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6327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2019/3/2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359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2019/3/2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5011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2019/3/2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7707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2019/3/2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374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2019/3/2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868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2019/3/2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6373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2019/3/2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680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2019/3/2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596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2019/3/2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865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80D996-CE9E-432A-86C4-A040E9078786}" type="datetimeFigureOut">
              <a:rPr lang="zh-CN" altLang="en-US" smtClean="0"/>
              <a:t>2019/3/2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105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457198" y="1180407"/>
            <a:ext cx="137991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AVFormatContext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AVInputFormat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312918" y="1741663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312918" y="118040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57198" y="262636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792284" y="2628472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042552" y="346652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105100" y="3460271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034316" y="261444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肘形连接符 16"/>
          <p:cNvCxnSpPr>
            <a:stCxn id="5" idx="3"/>
            <a:endCxn id="6" idx="1"/>
          </p:cNvCxnSpPr>
          <p:nvPr/>
        </p:nvCxnSpPr>
        <p:spPr>
          <a:xfrm flipV="1">
            <a:off x="1837114" y="818768"/>
            <a:ext cx="577040" cy="5736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连接符 18"/>
          <p:cNvCxnSpPr>
            <a:stCxn id="5" idx="3"/>
            <a:endCxn id="8" idx="1"/>
          </p:cNvCxnSpPr>
          <p:nvPr/>
        </p:nvCxnSpPr>
        <p:spPr>
          <a:xfrm>
            <a:off x="1837114" y="1392382"/>
            <a:ext cx="577040" cy="55592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>
            <a:off x="2057400" y="1392386"/>
            <a:ext cx="3567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7" idx="3"/>
            <a:endCxn id="10" idx="1"/>
          </p:cNvCxnSpPr>
          <p:nvPr/>
        </p:nvCxnSpPr>
        <p:spPr>
          <a:xfrm>
            <a:off x="3735878" y="1384073"/>
            <a:ext cx="577040" cy="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8" idx="3"/>
            <a:endCxn id="9" idx="1"/>
          </p:cNvCxnSpPr>
          <p:nvPr/>
        </p:nvCxnSpPr>
        <p:spPr>
          <a:xfrm>
            <a:off x="3735878" y="1948309"/>
            <a:ext cx="577040" cy="5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右箭头 28"/>
          <p:cNvSpPr/>
          <p:nvPr/>
        </p:nvSpPr>
        <p:spPr>
          <a:xfrm>
            <a:off x="1954874" y="2758346"/>
            <a:ext cx="1079442" cy="167174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2540228" y="3615622"/>
            <a:ext cx="1564872" cy="113247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1939371" y="2392547"/>
            <a:ext cx="1183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avcodec_parameters_to_context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8" name="直接箭头连接符 37"/>
          <p:cNvCxnSpPr>
            <a:stCxn id="15" idx="3"/>
            <a:endCxn id="12" idx="1"/>
          </p:cNvCxnSpPr>
          <p:nvPr/>
        </p:nvCxnSpPr>
        <p:spPr>
          <a:xfrm>
            <a:off x="4531992" y="2826423"/>
            <a:ext cx="260292" cy="1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2601320" y="3369400"/>
            <a:ext cx="14365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avcodec_send_packet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2586148" y="3672245"/>
            <a:ext cx="1518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avcodec_receive_frame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44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/>
          <p:cNvSpPr/>
          <p:nvPr/>
        </p:nvSpPr>
        <p:spPr>
          <a:xfrm>
            <a:off x="6847954" y="706947"/>
            <a:ext cx="1625486" cy="170097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232314" y="421340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4248494" y="1030742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 size</a:t>
            </a: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AVBufferRef* buf 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4423062" y="1159625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AVBuffer* buffer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4423062" y="175193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423062" y="2331720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int* size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49886" y="780377"/>
            <a:ext cx="1225434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用户数据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7049885" y="1212635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引用计数值</a:t>
            </a:r>
            <a:endParaRPr lang="en-US" altLang="zh-CN" sz="1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275513" y="2778555"/>
            <a:ext cx="1693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</a:t>
            </a:r>
          </a:p>
          <a:p>
            <a:pPr algn="ctr"/>
            <a:r>
              <a:rPr lang="zh-CN" alt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（引用计数智能指针）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直接箭头连接符 15"/>
          <p:cNvCxnSpPr>
            <a:stCxn id="8" idx="3"/>
          </p:cNvCxnSpPr>
          <p:nvPr/>
        </p:nvCxnSpPr>
        <p:spPr>
          <a:xfrm flipV="1">
            <a:off x="3735878" y="1948308"/>
            <a:ext cx="53963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/>
          <p:cNvSpPr txBox="1"/>
          <p:nvPr/>
        </p:nvSpPr>
        <p:spPr>
          <a:xfrm>
            <a:off x="2321677" y="2239296"/>
            <a:ext cx="16937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7049883" y="1636584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/>
          <p:cNvCxnSpPr/>
          <p:nvPr/>
        </p:nvCxnSpPr>
        <p:spPr>
          <a:xfrm>
            <a:off x="5744785" y="1367803"/>
            <a:ext cx="1103169" cy="3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任意多边形 58"/>
          <p:cNvSpPr/>
          <p:nvPr/>
        </p:nvSpPr>
        <p:spPr>
          <a:xfrm>
            <a:off x="3741420" y="182183"/>
            <a:ext cx="3299460" cy="739837"/>
          </a:xfrm>
          <a:custGeom>
            <a:avLst/>
            <a:gdLst>
              <a:gd name="connsiteX0" fmla="*/ 0 w 3299460"/>
              <a:gd name="connsiteY0" fmla="*/ 633157 h 739837"/>
              <a:gd name="connsiteX1" fmla="*/ 1143000 w 3299460"/>
              <a:gd name="connsiteY1" fmla="*/ 697 h 739837"/>
              <a:gd name="connsiteX2" fmla="*/ 3299460 w 3299460"/>
              <a:gd name="connsiteY2" fmla="*/ 739837 h 739837"/>
              <a:gd name="connsiteX3" fmla="*/ 3299460 w 3299460"/>
              <a:gd name="connsiteY3" fmla="*/ 739837 h 73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99460" h="739837">
                <a:moveTo>
                  <a:pt x="0" y="633157"/>
                </a:moveTo>
                <a:cubicBezTo>
                  <a:pt x="296545" y="308037"/>
                  <a:pt x="593090" y="-17083"/>
                  <a:pt x="1143000" y="697"/>
                </a:cubicBezTo>
                <a:cubicBezTo>
                  <a:pt x="1692910" y="18477"/>
                  <a:pt x="3299460" y="739837"/>
                  <a:pt x="3299460" y="739837"/>
                </a:cubicBezTo>
                <a:lnTo>
                  <a:pt x="3299460" y="739837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 63"/>
          <p:cNvSpPr/>
          <p:nvPr/>
        </p:nvSpPr>
        <p:spPr>
          <a:xfrm>
            <a:off x="5745480" y="1059180"/>
            <a:ext cx="1295400" cy="958326"/>
          </a:xfrm>
          <a:custGeom>
            <a:avLst/>
            <a:gdLst>
              <a:gd name="connsiteX0" fmla="*/ 0 w 1295400"/>
              <a:gd name="connsiteY0" fmla="*/ 914400 h 958326"/>
              <a:gd name="connsiteX1" fmla="*/ 845820 w 1295400"/>
              <a:gd name="connsiteY1" fmla="*/ 853440 h 958326"/>
              <a:gd name="connsiteX2" fmla="*/ 1295400 w 1295400"/>
              <a:gd name="connsiteY2" fmla="*/ 0 h 958326"/>
              <a:gd name="connsiteX3" fmla="*/ 1295400 w 1295400"/>
              <a:gd name="connsiteY3" fmla="*/ 0 h 958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5400" h="958326">
                <a:moveTo>
                  <a:pt x="0" y="914400"/>
                </a:moveTo>
                <a:cubicBezTo>
                  <a:pt x="314960" y="960120"/>
                  <a:pt x="629920" y="1005840"/>
                  <a:pt x="845820" y="853440"/>
                </a:cubicBezTo>
                <a:cubicBezTo>
                  <a:pt x="1061720" y="701040"/>
                  <a:pt x="1295400" y="0"/>
                  <a:pt x="1295400" y="0"/>
                </a:cubicBezTo>
                <a:lnTo>
                  <a:pt x="1295400" y="0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2126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6884321" y="32979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046430" y="22261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270622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270622" y="329799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884321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快进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6202462" y="354267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曲线连接符 30"/>
          <p:cNvCxnSpPr>
            <a:stCxn id="5" idx="0"/>
            <a:endCxn id="8" idx="1"/>
          </p:cNvCxnSpPr>
          <p:nvPr/>
        </p:nvCxnSpPr>
        <p:spPr>
          <a:xfrm rot="5400000" flipH="1" flipV="1">
            <a:off x="5820873" y="1162751"/>
            <a:ext cx="949867" cy="117702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6161594" y="146803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曲线连接符 34"/>
          <p:cNvCxnSpPr>
            <a:stCxn id="8" idx="0"/>
            <a:endCxn id="8" idx="3"/>
          </p:cNvCxnSpPr>
          <p:nvPr/>
        </p:nvCxnSpPr>
        <p:spPr>
          <a:xfrm rot="16200000" flipH="1">
            <a:off x="7769626" y="839912"/>
            <a:ext cx="211975" cy="660862"/>
          </a:xfrm>
          <a:prstGeom prst="curvedConnector4">
            <a:avLst>
              <a:gd name="adj1" fmla="val -262420"/>
              <a:gd name="adj2" fmla="val 15188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8206045" y="293395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956789" y="222619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曲线连接符 42"/>
          <p:cNvCxnSpPr>
            <a:stCxn id="5" idx="0"/>
            <a:endCxn id="6" idx="3"/>
          </p:cNvCxnSpPr>
          <p:nvPr/>
        </p:nvCxnSpPr>
        <p:spPr>
          <a:xfrm rot="16200000" flipV="1">
            <a:off x="4674886" y="1193792"/>
            <a:ext cx="949867" cy="1114946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/>
          <p:cNvSpPr txBox="1"/>
          <p:nvPr/>
        </p:nvSpPr>
        <p:spPr>
          <a:xfrm>
            <a:off x="5057427" y="148955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曲线连接符 45"/>
          <p:cNvCxnSpPr>
            <a:stCxn id="6" idx="1"/>
            <a:endCxn id="7" idx="1"/>
          </p:cNvCxnSpPr>
          <p:nvPr/>
        </p:nvCxnSpPr>
        <p:spPr>
          <a:xfrm rot="10800000" flipV="1">
            <a:off x="3270622" y="1276331"/>
            <a:ext cx="12700" cy="2233638"/>
          </a:xfrm>
          <a:prstGeom prst="curvedConnector3">
            <a:avLst>
              <a:gd name="adj1" fmla="val 756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1965432" y="2226198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曲线连接符 48"/>
          <p:cNvCxnSpPr>
            <a:stCxn id="7" idx="3"/>
            <a:endCxn id="5" idx="2"/>
          </p:cNvCxnSpPr>
          <p:nvPr/>
        </p:nvCxnSpPr>
        <p:spPr>
          <a:xfrm flipV="1">
            <a:off x="4592346" y="2650147"/>
            <a:ext cx="1114946" cy="859822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/>
          <p:cNvSpPr txBox="1"/>
          <p:nvPr/>
        </p:nvSpPr>
        <p:spPr>
          <a:xfrm>
            <a:off x="5126313" y="350996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曲线连接符 56"/>
          <p:cNvCxnSpPr>
            <a:stCxn id="6" idx="0"/>
            <a:endCxn id="8" idx="0"/>
          </p:cNvCxnSpPr>
          <p:nvPr/>
        </p:nvCxnSpPr>
        <p:spPr>
          <a:xfrm rot="5400000" flipH="1" flipV="1">
            <a:off x="5738333" y="-742493"/>
            <a:ext cx="12700" cy="3613699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5510646" y="310952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曲线连接符 67"/>
          <p:cNvCxnSpPr>
            <a:stCxn id="8" idx="3"/>
            <a:endCxn id="4" idx="3"/>
          </p:cNvCxnSpPr>
          <p:nvPr/>
        </p:nvCxnSpPr>
        <p:spPr>
          <a:xfrm>
            <a:off x="8206045" y="1276331"/>
            <a:ext cx="12700" cy="2233637"/>
          </a:xfrm>
          <a:prstGeom prst="curvedConnector3">
            <a:avLst>
              <a:gd name="adj1" fmla="val 672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曲线连接符 75"/>
          <p:cNvCxnSpPr>
            <a:stCxn id="4" idx="1"/>
            <a:endCxn id="5" idx="2"/>
          </p:cNvCxnSpPr>
          <p:nvPr/>
        </p:nvCxnSpPr>
        <p:spPr>
          <a:xfrm rot="10800000">
            <a:off x="5707293" y="2650148"/>
            <a:ext cx="1177029" cy="85982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本框 80"/>
          <p:cNvSpPr txBox="1"/>
          <p:nvPr/>
        </p:nvSpPr>
        <p:spPr>
          <a:xfrm>
            <a:off x="213360" y="3939540"/>
            <a:ext cx="21412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暂停状态什么都不做</a:t>
            </a:r>
            <a:endParaRPr lang="en-US" altLang="zh-CN" dirty="0" smtClean="0"/>
          </a:p>
          <a:p>
            <a:r>
              <a:rPr lang="zh-CN" altLang="en-US" dirty="0" smtClean="0"/>
              <a:t>快进和正常状态 设置间隔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80810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5568790" y="3302183"/>
            <a:ext cx="2297556" cy="36390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3292440" y="4139737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638622" y="4705002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56966" y="5212078"/>
            <a:ext cx="558840" cy="28263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1159624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1393858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162809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186232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209656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233079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256502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279926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303349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326773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/>
          <p:cNvSpPr/>
          <p:nvPr/>
        </p:nvSpPr>
        <p:spPr>
          <a:xfrm>
            <a:off x="350196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373619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397043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420466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443890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467313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490736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514160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537583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561007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584430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椭圆 28"/>
          <p:cNvSpPr/>
          <p:nvPr/>
        </p:nvSpPr>
        <p:spPr>
          <a:xfrm>
            <a:off x="607853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椭圆 29"/>
          <p:cNvSpPr/>
          <p:nvPr/>
        </p:nvSpPr>
        <p:spPr>
          <a:xfrm>
            <a:off x="631277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椭圆 30"/>
          <p:cNvSpPr/>
          <p:nvPr/>
        </p:nvSpPr>
        <p:spPr>
          <a:xfrm>
            <a:off x="654700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/>
          <p:cNvSpPr/>
          <p:nvPr/>
        </p:nvSpPr>
        <p:spPr>
          <a:xfrm>
            <a:off x="678124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椭圆 32"/>
          <p:cNvSpPr/>
          <p:nvPr/>
        </p:nvSpPr>
        <p:spPr>
          <a:xfrm>
            <a:off x="701547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椭圆 33"/>
          <p:cNvSpPr/>
          <p:nvPr/>
        </p:nvSpPr>
        <p:spPr>
          <a:xfrm>
            <a:off x="724970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/>
          <p:cNvSpPr/>
          <p:nvPr/>
        </p:nvSpPr>
        <p:spPr>
          <a:xfrm>
            <a:off x="748394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/>
          <p:cNvSpPr/>
          <p:nvPr/>
        </p:nvSpPr>
        <p:spPr>
          <a:xfrm>
            <a:off x="771817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/>
          <p:cNvSpPr/>
          <p:nvPr/>
        </p:nvSpPr>
        <p:spPr>
          <a:xfrm>
            <a:off x="795241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/>
          <p:cNvSpPr/>
          <p:nvPr/>
        </p:nvSpPr>
        <p:spPr>
          <a:xfrm>
            <a:off x="818664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/>
          <p:cNvSpPr/>
          <p:nvPr/>
        </p:nvSpPr>
        <p:spPr>
          <a:xfrm>
            <a:off x="842089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/>
          <p:cNvSpPr/>
          <p:nvPr/>
        </p:nvSpPr>
        <p:spPr>
          <a:xfrm>
            <a:off x="1300941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/>
          <p:cNvSpPr/>
          <p:nvPr/>
        </p:nvSpPr>
        <p:spPr>
          <a:xfrm flipH="1">
            <a:off x="1721009" y="4796444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/>
          <p:cNvSpPr/>
          <p:nvPr/>
        </p:nvSpPr>
        <p:spPr>
          <a:xfrm>
            <a:off x="2223929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/>
          <p:cNvSpPr/>
          <p:nvPr/>
        </p:nvSpPr>
        <p:spPr>
          <a:xfrm flipH="1">
            <a:off x="2679879" y="4796443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/>
          <p:cNvSpPr/>
          <p:nvPr/>
        </p:nvSpPr>
        <p:spPr>
          <a:xfrm>
            <a:off x="3160865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/>
          <p:cNvSpPr/>
          <p:nvPr/>
        </p:nvSpPr>
        <p:spPr>
          <a:xfrm flipH="1">
            <a:off x="361681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/>
          <p:cNvSpPr/>
          <p:nvPr/>
        </p:nvSpPr>
        <p:spPr>
          <a:xfrm>
            <a:off x="4072766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/>
          <p:cNvSpPr/>
          <p:nvPr/>
        </p:nvSpPr>
        <p:spPr>
          <a:xfrm flipH="1">
            <a:off x="4531816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/>
          <p:cNvSpPr/>
          <p:nvPr/>
        </p:nvSpPr>
        <p:spPr>
          <a:xfrm>
            <a:off x="5026427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/>
          <p:cNvSpPr/>
          <p:nvPr/>
        </p:nvSpPr>
        <p:spPr>
          <a:xfrm flipH="1">
            <a:off x="5446495" y="4796444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椭圆 49"/>
          <p:cNvSpPr/>
          <p:nvPr/>
        </p:nvSpPr>
        <p:spPr>
          <a:xfrm>
            <a:off x="5949415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/>
          <p:cNvSpPr/>
          <p:nvPr/>
        </p:nvSpPr>
        <p:spPr>
          <a:xfrm flipH="1">
            <a:off x="640536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/>
          <p:cNvSpPr/>
          <p:nvPr/>
        </p:nvSpPr>
        <p:spPr>
          <a:xfrm>
            <a:off x="6886351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/>
          <p:cNvSpPr/>
          <p:nvPr/>
        </p:nvSpPr>
        <p:spPr>
          <a:xfrm flipH="1">
            <a:off x="7342301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/>
          <p:cNvSpPr/>
          <p:nvPr/>
        </p:nvSpPr>
        <p:spPr>
          <a:xfrm>
            <a:off x="7798252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/>
          <p:cNvSpPr/>
          <p:nvPr/>
        </p:nvSpPr>
        <p:spPr>
          <a:xfrm flipH="1">
            <a:off x="8257302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/>
          <p:cNvSpPr/>
          <p:nvPr/>
        </p:nvSpPr>
        <p:spPr>
          <a:xfrm>
            <a:off x="1491207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/>
          <p:cNvSpPr/>
          <p:nvPr/>
        </p:nvSpPr>
        <p:spPr>
          <a:xfrm>
            <a:off x="2445420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/>
          <p:cNvSpPr/>
          <p:nvPr/>
        </p:nvSpPr>
        <p:spPr>
          <a:xfrm>
            <a:off x="3398609" y="4272742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/>
          <p:cNvSpPr/>
          <p:nvPr/>
        </p:nvSpPr>
        <p:spPr>
          <a:xfrm>
            <a:off x="4352821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/>
          <p:cNvSpPr/>
          <p:nvPr/>
        </p:nvSpPr>
        <p:spPr>
          <a:xfrm>
            <a:off x="5232113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/>
          <p:cNvSpPr/>
          <p:nvPr/>
        </p:nvSpPr>
        <p:spPr>
          <a:xfrm>
            <a:off x="6186326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/>
          <p:cNvSpPr/>
          <p:nvPr/>
        </p:nvSpPr>
        <p:spPr>
          <a:xfrm>
            <a:off x="7139514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/>
          <p:cNvSpPr/>
          <p:nvPr/>
        </p:nvSpPr>
        <p:spPr>
          <a:xfrm>
            <a:off x="8029988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/>
          <p:cNvSpPr/>
          <p:nvPr/>
        </p:nvSpPr>
        <p:spPr>
          <a:xfrm>
            <a:off x="1955243" y="3433156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/>
          <p:cNvSpPr/>
          <p:nvPr/>
        </p:nvSpPr>
        <p:spPr>
          <a:xfrm>
            <a:off x="4743792" y="2219497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椭圆 65"/>
          <p:cNvSpPr/>
          <p:nvPr/>
        </p:nvSpPr>
        <p:spPr>
          <a:xfrm>
            <a:off x="5658927" y="3433154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/>
          <p:cNvSpPr/>
          <p:nvPr/>
        </p:nvSpPr>
        <p:spPr>
          <a:xfrm>
            <a:off x="7554600" y="343315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/>
          <p:cNvSpPr/>
          <p:nvPr/>
        </p:nvSpPr>
        <p:spPr>
          <a:xfrm>
            <a:off x="2940579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/>
          <p:cNvSpPr/>
          <p:nvPr/>
        </p:nvSpPr>
        <p:spPr>
          <a:xfrm>
            <a:off x="6688323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箭头连接符 69"/>
          <p:cNvCxnSpPr>
            <a:stCxn id="65" idx="3"/>
            <a:endCxn id="68" idx="7"/>
          </p:cNvCxnSpPr>
          <p:nvPr/>
        </p:nvCxnSpPr>
        <p:spPr>
          <a:xfrm flipH="1">
            <a:off x="3061201" y="2340119"/>
            <a:ext cx="1703286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/>
          <p:cNvCxnSpPr>
            <a:stCxn id="65" idx="5"/>
            <a:endCxn id="69" idx="1"/>
          </p:cNvCxnSpPr>
          <p:nvPr/>
        </p:nvCxnSpPr>
        <p:spPr>
          <a:xfrm>
            <a:off x="4864414" y="2340119"/>
            <a:ext cx="1844604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/>
          <p:cNvCxnSpPr>
            <a:stCxn id="68" idx="3"/>
            <a:endCxn id="64" idx="0"/>
          </p:cNvCxnSpPr>
          <p:nvPr/>
        </p:nvCxnSpPr>
        <p:spPr>
          <a:xfrm flipH="1">
            <a:off x="2025902" y="2988511"/>
            <a:ext cx="935372" cy="44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/>
          <p:cNvSpPr/>
          <p:nvPr/>
        </p:nvSpPr>
        <p:spPr>
          <a:xfrm>
            <a:off x="3877515" y="3472597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4" name="直接箭头连接符 73"/>
          <p:cNvCxnSpPr>
            <a:stCxn id="68" idx="4"/>
            <a:endCxn id="73" idx="0"/>
          </p:cNvCxnSpPr>
          <p:nvPr/>
        </p:nvCxnSpPr>
        <p:spPr>
          <a:xfrm>
            <a:off x="3011238" y="3009206"/>
            <a:ext cx="916802" cy="4633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/>
          <p:cNvCxnSpPr>
            <a:stCxn id="69" idx="3"/>
            <a:endCxn id="66" idx="7"/>
          </p:cNvCxnSpPr>
          <p:nvPr/>
        </p:nvCxnSpPr>
        <p:spPr>
          <a:xfrm flipH="1">
            <a:off x="5779549" y="2988511"/>
            <a:ext cx="929469" cy="465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/>
          <p:cNvCxnSpPr>
            <a:stCxn id="69" idx="4"/>
            <a:endCxn id="67" idx="1"/>
          </p:cNvCxnSpPr>
          <p:nvPr/>
        </p:nvCxnSpPr>
        <p:spPr>
          <a:xfrm>
            <a:off x="6758982" y="3009206"/>
            <a:ext cx="816313" cy="4446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/>
          <p:cNvCxnSpPr>
            <a:stCxn id="64" idx="3"/>
            <a:endCxn id="56" idx="0"/>
          </p:cNvCxnSpPr>
          <p:nvPr/>
        </p:nvCxnSpPr>
        <p:spPr>
          <a:xfrm flipH="1">
            <a:off x="1561866" y="3553778"/>
            <a:ext cx="414072" cy="6857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64" idx="5"/>
            <a:endCxn id="57" idx="7"/>
          </p:cNvCxnSpPr>
          <p:nvPr/>
        </p:nvCxnSpPr>
        <p:spPr>
          <a:xfrm>
            <a:off x="2075865" y="3553778"/>
            <a:ext cx="490177" cy="706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>
            <a:stCxn id="73" idx="3"/>
            <a:endCxn id="58" idx="6"/>
          </p:cNvCxnSpPr>
          <p:nvPr/>
        </p:nvCxnSpPr>
        <p:spPr>
          <a:xfrm flipH="1">
            <a:off x="3499659" y="3564837"/>
            <a:ext cx="392654" cy="761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73" idx="5"/>
            <a:endCxn id="59" idx="1"/>
          </p:cNvCxnSpPr>
          <p:nvPr/>
        </p:nvCxnSpPr>
        <p:spPr>
          <a:xfrm>
            <a:off x="3963767" y="3564837"/>
            <a:ext cx="409749" cy="695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/>
          <p:cNvCxnSpPr>
            <a:stCxn id="66" idx="3"/>
            <a:endCxn id="60" idx="0"/>
          </p:cNvCxnSpPr>
          <p:nvPr/>
        </p:nvCxnSpPr>
        <p:spPr>
          <a:xfrm flipH="1">
            <a:off x="5302772" y="3553776"/>
            <a:ext cx="376850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>
            <a:stCxn id="66" idx="4"/>
            <a:endCxn id="61" idx="1"/>
          </p:cNvCxnSpPr>
          <p:nvPr/>
        </p:nvCxnSpPr>
        <p:spPr>
          <a:xfrm>
            <a:off x="5729586" y="3574471"/>
            <a:ext cx="477435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/>
          <p:cNvCxnSpPr>
            <a:stCxn id="67" idx="4"/>
            <a:endCxn id="62" idx="0"/>
          </p:cNvCxnSpPr>
          <p:nvPr/>
        </p:nvCxnSpPr>
        <p:spPr>
          <a:xfrm flipH="1">
            <a:off x="7210173" y="3574470"/>
            <a:ext cx="415086" cy="66502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stCxn id="67" idx="5"/>
            <a:endCxn id="63" idx="0"/>
          </p:cNvCxnSpPr>
          <p:nvPr/>
        </p:nvCxnSpPr>
        <p:spPr>
          <a:xfrm>
            <a:off x="7675222" y="3553775"/>
            <a:ext cx="425425" cy="68571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/>
          <p:cNvCxnSpPr>
            <a:stCxn id="56" idx="4"/>
            <a:endCxn id="40" idx="0"/>
          </p:cNvCxnSpPr>
          <p:nvPr/>
        </p:nvCxnSpPr>
        <p:spPr>
          <a:xfrm flipH="1">
            <a:off x="1371600" y="4380808"/>
            <a:ext cx="190266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/>
          <p:cNvCxnSpPr>
            <a:stCxn id="56" idx="4"/>
            <a:endCxn id="41" idx="0"/>
          </p:cNvCxnSpPr>
          <p:nvPr/>
        </p:nvCxnSpPr>
        <p:spPr>
          <a:xfrm>
            <a:off x="1561866" y="4380808"/>
            <a:ext cx="229802" cy="4156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/>
          <p:cNvCxnSpPr>
            <a:stCxn id="57" idx="3"/>
            <a:endCxn id="42" idx="0"/>
          </p:cNvCxnSpPr>
          <p:nvPr/>
        </p:nvCxnSpPr>
        <p:spPr>
          <a:xfrm flipH="1">
            <a:off x="2294588" y="4360113"/>
            <a:ext cx="171527" cy="436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/>
          <p:cNvCxnSpPr>
            <a:stCxn id="57" idx="4"/>
            <a:endCxn id="43" idx="0"/>
          </p:cNvCxnSpPr>
          <p:nvPr/>
        </p:nvCxnSpPr>
        <p:spPr>
          <a:xfrm>
            <a:off x="2516079" y="4380808"/>
            <a:ext cx="234459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/>
          <p:cNvCxnSpPr>
            <a:stCxn id="58" idx="3"/>
            <a:endCxn id="44" idx="0"/>
          </p:cNvCxnSpPr>
          <p:nvPr/>
        </p:nvCxnSpPr>
        <p:spPr>
          <a:xfrm flipH="1">
            <a:off x="3231524" y="4364982"/>
            <a:ext cx="181883" cy="4314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>
            <a:stCxn id="58" idx="4"/>
            <a:endCxn id="45" idx="0"/>
          </p:cNvCxnSpPr>
          <p:nvPr/>
        </p:nvCxnSpPr>
        <p:spPr>
          <a:xfrm>
            <a:off x="3449134" y="4380808"/>
            <a:ext cx="238340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箭头连接符 90"/>
          <p:cNvCxnSpPr>
            <a:stCxn id="59" idx="4"/>
            <a:endCxn id="46" idx="7"/>
          </p:cNvCxnSpPr>
          <p:nvPr/>
        </p:nvCxnSpPr>
        <p:spPr>
          <a:xfrm flipH="1">
            <a:off x="4193388" y="4380808"/>
            <a:ext cx="230092" cy="43632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/>
          <p:cNvCxnSpPr>
            <a:stCxn id="59" idx="4"/>
            <a:endCxn id="47" idx="0"/>
          </p:cNvCxnSpPr>
          <p:nvPr/>
        </p:nvCxnSpPr>
        <p:spPr>
          <a:xfrm>
            <a:off x="4423480" y="4380808"/>
            <a:ext cx="178995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/>
          <p:cNvCxnSpPr>
            <a:stCxn id="60" idx="3"/>
            <a:endCxn id="48" idx="0"/>
          </p:cNvCxnSpPr>
          <p:nvPr/>
        </p:nvCxnSpPr>
        <p:spPr>
          <a:xfrm flipH="1">
            <a:off x="5097086" y="4360113"/>
            <a:ext cx="15572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60" idx="4"/>
            <a:endCxn id="49" idx="0"/>
          </p:cNvCxnSpPr>
          <p:nvPr/>
        </p:nvCxnSpPr>
        <p:spPr>
          <a:xfrm>
            <a:off x="5302772" y="4380808"/>
            <a:ext cx="214382" cy="4156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箭头连接符 94"/>
          <p:cNvCxnSpPr>
            <a:stCxn id="61" idx="3"/>
            <a:endCxn id="50" idx="0"/>
          </p:cNvCxnSpPr>
          <p:nvPr/>
        </p:nvCxnSpPr>
        <p:spPr>
          <a:xfrm flipH="1">
            <a:off x="6020074" y="4360113"/>
            <a:ext cx="186947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/>
          <p:cNvCxnSpPr>
            <a:stCxn id="61" idx="4"/>
            <a:endCxn id="51" idx="1"/>
          </p:cNvCxnSpPr>
          <p:nvPr/>
        </p:nvCxnSpPr>
        <p:spPr>
          <a:xfrm>
            <a:off x="6256985" y="4380808"/>
            <a:ext cx="26900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62" idx="4"/>
            <a:endCxn id="52" idx="0"/>
          </p:cNvCxnSpPr>
          <p:nvPr/>
        </p:nvCxnSpPr>
        <p:spPr>
          <a:xfrm flipH="1">
            <a:off x="6957010" y="4380808"/>
            <a:ext cx="253163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>
            <a:stCxn id="62" idx="4"/>
            <a:endCxn id="53" idx="1"/>
          </p:cNvCxnSpPr>
          <p:nvPr/>
        </p:nvCxnSpPr>
        <p:spPr>
          <a:xfrm>
            <a:off x="7210173" y="4380808"/>
            <a:ext cx="252750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63" idx="4"/>
            <a:endCxn id="54" idx="0"/>
          </p:cNvCxnSpPr>
          <p:nvPr/>
        </p:nvCxnSpPr>
        <p:spPr>
          <a:xfrm flipH="1">
            <a:off x="7868911" y="4380808"/>
            <a:ext cx="231736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/>
          <p:cNvCxnSpPr>
            <a:stCxn id="63" idx="4"/>
            <a:endCxn id="55" idx="0"/>
          </p:cNvCxnSpPr>
          <p:nvPr/>
        </p:nvCxnSpPr>
        <p:spPr>
          <a:xfrm>
            <a:off x="8100647" y="4380808"/>
            <a:ext cx="227314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stCxn id="40" idx="3"/>
            <a:endCxn id="8" idx="0"/>
          </p:cNvCxnSpPr>
          <p:nvPr/>
        </p:nvCxnSpPr>
        <p:spPr>
          <a:xfrm flipH="1">
            <a:off x="1230283" y="4917065"/>
            <a:ext cx="91353" cy="3947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/>
          <p:cNvCxnSpPr/>
          <p:nvPr/>
        </p:nvCxnSpPr>
        <p:spPr>
          <a:xfrm flipH="1">
            <a:off x="1673006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/>
          <p:nvPr/>
        </p:nvCxnSpPr>
        <p:spPr>
          <a:xfrm flipH="1">
            <a:off x="2154701" y="492953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/>
          <p:cNvCxnSpPr/>
          <p:nvPr/>
        </p:nvCxnSpPr>
        <p:spPr>
          <a:xfrm flipH="1">
            <a:off x="2611327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/>
          <p:nvPr/>
        </p:nvCxnSpPr>
        <p:spPr>
          <a:xfrm flipH="1">
            <a:off x="3095640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/>
          <p:nvPr/>
        </p:nvCxnSpPr>
        <p:spPr>
          <a:xfrm flipH="1">
            <a:off x="354615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H="1">
            <a:off x="4028573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H="1">
            <a:off x="450263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/>
          <p:cNvCxnSpPr/>
          <p:nvPr/>
        </p:nvCxnSpPr>
        <p:spPr>
          <a:xfrm flipH="1">
            <a:off x="4984185" y="4937758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H="1">
            <a:off x="5416059" y="4929533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H="1">
            <a:off x="5929720" y="491706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H="1">
            <a:off x="6368527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H="1">
            <a:off x="6858580" y="49109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H="1">
            <a:off x="7309142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H="1">
            <a:off x="7774993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H="1">
            <a:off x="8231808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>
            <a:stCxn id="40" idx="4"/>
            <a:endCxn id="9" idx="0"/>
          </p:cNvCxnSpPr>
          <p:nvPr/>
        </p:nvCxnSpPr>
        <p:spPr>
          <a:xfrm>
            <a:off x="1371600" y="4937760"/>
            <a:ext cx="92917" cy="374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>
            <a:endCxn id="11" idx="0"/>
          </p:cNvCxnSpPr>
          <p:nvPr/>
        </p:nvCxnSpPr>
        <p:spPr>
          <a:xfrm>
            <a:off x="1804277" y="4906801"/>
            <a:ext cx="128708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>
            <a:off x="2303716" y="4925545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>
            <a:endCxn id="15" idx="0"/>
          </p:cNvCxnSpPr>
          <p:nvPr/>
        </p:nvCxnSpPr>
        <p:spPr>
          <a:xfrm>
            <a:off x="2726878" y="4906801"/>
            <a:ext cx="143043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>
            <a:off x="3202075" y="4941913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>
            <a:endCxn id="19" idx="0"/>
          </p:cNvCxnSpPr>
          <p:nvPr/>
        </p:nvCxnSpPr>
        <p:spPr>
          <a:xfrm>
            <a:off x="3683877" y="4908666"/>
            <a:ext cx="122980" cy="40316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/>
          <p:cNvCxnSpPr>
            <a:endCxn id="21" idx="1"/>
          </p:cNvCxnSpPr>
          <p:nvPr/>
        </p:nvCxnSpPr>
        <p:spPr>
          <a:xfrm>
            <a:off x="4149898" y="4896365"/>
            <a:ext cx="75463" cy="43616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>
            <a:endCxn id="23" idx="0"/>
          </p:cNvCxnSpPr>
          <p:nvPr/>
        </p:nvCxnSpPr>
        <p:spPr>
          <a:xfrm>
            <a:off x="4624427" y="4871255"/>
            <a:ext cx="119366" cy="44057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>
            <a:endCxn id="25" idx="0"/>
          </p:cNvCxnSpPr>
          <p:nvPr/>
        </p:nvCxnSpPr>
        <p:spPr>
          <a:xfrm>
            <a:off x="5099405" y="4896365"/>
            <a:ext cx="112856" cy="4154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/>
          <p:nvPr/>
        </p:nvCxnSpPr>
        <p:spPr>
          <a:xfrm>
            <a:off x="5572852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箭头连接符 126"/>
          <p:cNvCxnSpPr/>
          <p:nvPr/>
        </p:nvCxnSpPr>
        <p:spPr>
          <a:xfrm>
            <a:off x="6029829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/>
          <p:cNvCxnSpPr>
            <a:endCxn id="31" idx="0"/>
          </p:cNvCxnSpPr>
          <p:nvPr/>
        </p:nvCxnSpPr>
        <p:spPr>
          <a:xfrm>
            <a:off x="6472819" y="4888051"/>
            <a:ext cx="144846" cy="42378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箭头连接符 128"/>
          <p:cNvCxnSpPr>
            <a:endCxn id="33" idx="7"/>
          </p:cNvCxnSpPr>
          <p:nvPr/>
        </p:nvCxnSpPr>
        <p:spPr>
          <a:xfrm>
            <a:off x="6964436" y="4906801"/>
            <a:ext cx="171660" cy="4257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箭头连接符 129"/>
          <p:cNvCxnSpPr/>
          <p:nvPr/>
        </p:nvCxnSpPr>
        <p:spPr>
          <a:xfrm>
            <a:off x="7445659" y="4921306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>
            <a:endCxn id="37" idx="0"/>
          </p:cNvCxnSpPr>
          <p:nvPr/>
        </p:nvCxnSpPr>
        <p:spPr>
          <a:xfrm>
            <a:off x="7876704" y="4921306"/>
            <a:ext cx="146365" cy="3905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>
            <a:endCxn id="39" idx="1"/>
          </p:cNvCxnSpPr>
          <p:nvPr/>
        </p:nvCxnSpPr>
        <p:spPr>
          <a:xfrm>
            <a:off x="8352161" y="4902643"/>
            <a:ext cx="89424" cy="42988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382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83</Words>
  <Application>Microsoft Office PowerPoint</Application>
  <PresentationFormat>宽屏</PresentationFormat>
  <Paragraphs>41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等线 Light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Myth</dc:creator>
  <cp:lastModifiedBy>Myth</cp:lastModifiedBy>
  <cp:revision>12</cp:revision>
  <dcterms:created xsi:type="dcterms:W3CDTF">2019-01-14T11:49:30Z</dcterms:created>
  <dcterms:modified xsi:type="dcterms:W3CDTF">2019-03-02T13:46:16Z</dcterms:modified>
</cp:coreProperties>
</file>