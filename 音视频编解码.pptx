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818" autoAdjust="0"/>
    <p:restoredTop sz="94660"/>
  </p:normalViewPr>
  <p:slideViewPr>
    <p:cSldViewPr snapToGrid="0">
      <p:cViewPr>
        <p:scale>
          <a:sx n="125" d="100"/>
          <a:sy n="125" d="100"/>
        </p:scale>
        <p:origin x="618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103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6327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35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011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7707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374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868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6373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680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596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86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0D996-CE9E-432A-86C4-A040E9078786}" type="datetimeFigureOut">
              <a:rPr lang="zh-CN" altLang="en-US" smtClean="0"/>
              <a:t>2019/6/29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105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457198" y="1180407"/>
            <a:ext cx="137991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AVFormatContext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AVInputFormat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312918" y="1741663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312918" y="118040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57198" y="262636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792284" y="2628472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042552" y="346652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105100" y="3460271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034316" y="261444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肘形连接符 16"/>
          <p:cNvCxnSpPr>
            <a:stCxn id="5" idx="3"/>
            <a:endCxn id="6" idx="1"/>
          </p:cNvCxnSpPr>
          <p:nvPr/>
        </p:nvCxnSpPr>
        <p:spPr>
          <a:xfrm flipV="1">
            <a:off x="1837114" y="818768"/>
            <a:ext cx="577040" cy="5736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3"/>
            <a:endCxn id="8" idx="1"/>
          </p:cNvCxnSpPr>
          <p:nvPr/>
        </p:nvCxnSpPr>
        <p:spPr>
          <a:xfrm>
            <a:off x="1837114" y="1392382"/>
            <a:ext cx="577040" cy="55592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2057400" y="1392386"/>
            <a:ext cx="356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7" idx="3"/>
            <a:endCxn id="10" idx="1"/>
          </p:cNvCxnSpPr>
          <p:nvPr/>
        </p:nvCxnSpPr>
        <p:spPr>
          <a:xfrm>
            <a:off x="3735878" y="1384073"/>
            <a:ext cx="577040" cy="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8" idx="3"/>
            <a:endCxn id="9" idx="1"/>
          </p:cNvCxnSpPr>
          <p:nvPr/>
        </p:nvCxnSpPr>
        <p:spPr>
          <a:xfrm>
            <a:off x="3735878" y="1948309"/>
            <a:ext cx="577040" cy="5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右箭头 28"/>
          <p:cNvSpPr/>
          <p:nvPr/>
        </p:nvSpPr>
        <p:spPr>
          <a:xfrm>
            <a:off x="1954874" y="2758346"/>
            <a:ext cx="1079442" cy="16717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2540228" y="3615622"/>
            <a:ext cx="1564872" cy="113247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1939371" y="2392547"/>
            <a:ext cx="1183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avcodec_parameters_to_context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直接箭头连接符 37"/>
          <p:cNvCxnSpPr>
            <a:stCxn id="15" idx="3"/>
            <a:endCxn id="12" idx="1"/>
          </p:cNvCxnSpPr>
          <p:nvPr/>
        </p:nvCxnSpPr>
        <p:spPr>
          <a:xfrm>
            <a:off x="4531992" y="2826423"/>
            <a:ext cx="260292" cy="1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2601320" y="3369400"/>
            <a:ext cx="143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avcodec_send_packet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86148" y="3672245"/>
            <a:ext cx="1518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avcodec_receive_frame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4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/>
          <p:cNvSpPr/>
          <p:nvPr/>
        </p:nvSpPr>
        <p:spPr>
          <a:xfrm>
            <a:off x="6847954" y="706947"/>
            <a:ext cx="1625486" cy="170097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232314" y="421340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248494" y="1030742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 size</a:t>
            </a: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AVBufferRef* buf 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4423062" y="1159625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AVBuffer* buffer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4423062" y="175193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423062" y="2331720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int* size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49886" y="780377"/>
            <a:ext cx="1225434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用户数据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049885" y="1212635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引用计数值</a:t>
            </a:r>
            <a:endParaRPr lang="en-US" altLang="zh-CN" sz="1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275513" y="2778555"/>
            <a:ext cx="1693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</a:t>
            </a:r>
          </a:p>
          <a:p>
            <a:pPr algn="ctr"/>
            <a:r>
              <a:rPr lang="zh-CN" alt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（引用计数智能指针）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直接箭头连接符 15"/>
          <p:cNvCxnSpPr>
            <a:stCxn id="8" idx="3"/>
          </p:cNvCxnSpPr>
          <p:nvPr/>
        </p:nvCxnSpPr>
        <p:spPr>
          <a:xfrm flipV="1">
            <a:off x="3735878" y="1948308"/>
            <a:ext cx="53963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/>
          <p:cNvSpPr txBox="1"/>
          <p:nvPr/>
        </p:nvSpPr>
        <p:spPr>
          <a:xfrm>
            <a:off x="2321677" y="2239296"/>
            <a:ext cx="16937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049883" y="1636584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5744785" y="1367803"/>
            <a:ext cx="1103169" cy="3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任意多边形 58"/>
          <p:cNvSpPr/>
          <p:nvPr/>
        </p:nvSpPr>
        <p:spPr>
          <a:xfrm>
            <a:off x="3741420" y="182183"/>
            <a:ext cx="3299460" cy="739837"/>
          </a:xfrm>
          <a:custGeom>
            <a:avLst/>
            <a:gdLst>
              <a:gd name="connsiteX0" fmla="*/ 0 w 3299460"/>
              <a:gd name="connsiteY0" fmla="*/ 633157 h 739837"/>
              <a:gd name="connsiteX1" fmla="*/ 1143000 w 3299460"/>
              <a:gd name="connsiteY1" fmla="*/ 697 h 739837"/>
              <a:gd name="connsiteX2" fmla="*/ 3299460 w 3299460"/>
              <a:gd name="connsiteY2" fmla="*/ 739837 h 739837"/>
              <a:gd name="connsiteX3" fmla="*/ 3299460 w 3299460"/>
              <a:gd name="connsiteY3" fmla="*/ 739837 h 73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99460" h="739837">
                <a:moveTo>
                  <a:pt x="0" y="633157"/>
                </a:moveTo>
                <a:cubicBezTo>
                  <a:pt x="296545" y="308037"/>
                  <a:pt x="593090" y="-17083"/>
                  <a:pt x="1143000" y="697"/>
                </a:cubicBezTo>
                <a:cubicBezTo>
                  <a:pt x="1692910" y="18477"/>
                  <a:pt x="3299460" y="739837"/>
                  <a:pt x="3299460" y="739837"/>
                </a:cubicBezTo>
                <a:lnTo>
                  <a:pt x="3299460" y="739837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 63"/>
          <p:cNvSpPr/>
          <p:nvPr/>
        </p:nvSpPr>
        <p:spPr>
          <a:xfrm>
            <a:off x="5745480" y="1059180"/>
            <a:ext cx="1295400" cy="958326"/>
          </a:xfrm>
          <a:custGeom>
            <a:avLst/>
            <a:gdLst>
              <a:gd name="connsiteX0" fmla="*/ 0 w 1295400"/>
              <a:gd name="connsiteY0" fmla="*/ 914400 h 958326"/>
              <a:gd name="connsiteX1" fmla="*/ 845820 w 1295400"/>
              <a:gd name="connsiteY1" fmla="*/ 853440 h 958326"/>
              <a:gd name="connsiteX2" fmla="*/ 1295400 w 1295400"/>
              <a:gd name="connsiteY2" fmla="*/ 0 h 958326"/>
              <a:gd name="connsiteX3" fmla="*/ 1295400 w 1295400"/>
              <a:gd name="connsiteY3" fmla="*/ 0 h 958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5400" h="958326">
                <a:moveTo>
                  <a:pt x="0" y="914400"/>
                </a:moveTo>
                <a:cubicBezTo>
                  <a:pt x="314960" y="960120"/>
                  <a:pt x="629920" y="1005840"/>
                  <a:pt x="845820" y="853440"/>
                </a:cubicBezTo>
                <a:cubicBezTo>
                  <a:pt x="1061720" y="701040"/>
                  <a:pt x="1295400" y="0"/>
                  <a:pt x="1295400" y="0"/>
                </a:cubicBezTo>
                <a:lnTo>
                  <a:pt x="1295400" y="0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126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884321" y="32979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046430" y="22261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270622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270622" y="329799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84321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快进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6202462" y="354267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曲线连接符 30"/>
          <p:cNvCxnSpPr>
            <a:stCxn id="5" idx="0"/>
            <a:endCxn id="8" idx="1"/>
          </p:cNvCxnSpPr>
          <p:nvPr/>
        </p:nvCxnSpPr>
        <p:spPr>
          <a:xfrm rot="5400000" flipH="1" flipV="1">
            <a:off x="5820873" y="1162751"/>
            <a:ext cx="949867" cy="117702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6161594" y="146803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曲线连接符 34"/>
          <p:cNvCxnSpPr>
            <a:stCxn id="8" idx="0"/>
            <a:endCxn id="8" idx="3"/>
          </p:cNvCxnSpPr>
          <p:nvPr/>
        </p:nvCxnSpPr>
        <p:spPr>
          <a:xfrm rot="16200000" flipH="1">
            <a:off x="7769626" y="839912"/>
            <a:ext cx="211975" cy="660862"/>
          </a:xfrm>
          <a:prstGeom prst="curvedConnector4">
            <a:avLst>
              <a:gd name="adj1" fmla="val -262420"/>
              <a:gd name="adj2" fmla="val 15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8206045" y="293395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56789" y="222619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曲线连接符 42"/>
          <p:cNvCxnSpPr>
            <a:stCxn id="5" idx="0"/>
            <a:endCxn id="6" idx="3"/>
          </p:cNvCxnSpPr>
          <p:nvPr/>
        </p:nvCxnSpPr>
        <p:spPr>
          <a:xfrm rot="16200000" flipV="1">
            <a:off x="4674886" y="1193792"/>
            <a:ext cx="949867" cy="1114946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5057427" y="148955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曲线连接符 45"/>
          <p:cNvCxnSpPr>
            <a:stCxn id="6" idx="1"/>
            <a:endCxn id="7" idx="1"/>
          </p:cNvCxnSpPr>
          <p:nvPr/>
        </p:nvCxnSpPr>
        <p:spPr>
          <a:xfrm rot="10800000" flipV="1">
            <a:off x="3270622" y="1276331"/>
            <a:ext cx="12700" cy="2233638"/>
          </a:xfrm>
          <a:prstGeom prst="curvedConnector3">
            <a:avLst>
              <a:gd name="adj1" fmla="val 756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1965432" y="2226198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曲线连接符 48"/>
          <p:cNvCxnSpPr>
            <a:stCxn id="7" idx="3"/>
            <a:endCxn id="5" idx="2"/>
          </p:cNvCxnSpPr>
          <p:nvPr/>
        </p:nvCxnSpPr>
        <p:spPr>
          <a:xfrm flipV="1">
            <a:off x="4592346" y="2650147"/>
            <a:ext cx="1114946" cy="859822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/>
          <p:cNvSpPr txBox="1"/>
          <p:nvPr/>
        </p:nvSpPr>
        <p:spPr>
          <a:xfrm>
            <a:off x="5126313" y="350996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曲线连接符 56"/>
          <p:cNvCxnSpPr>
            <a:stCxn id="6" idx="0"/>
            <a:endCxn id="8" idx="0"/>
          </p:cNvCxnSpPr>
          <p:nvPr/>
        </p:nvCxnSpPr>
        <p:spPr>
          <a:xfrm rot="5400000" flipH="1" flipV="1">
            <a:off x="5738333" y="-742493"/>
            <a:ext cx="12700" cy="3613699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5510646" y="310952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曲线连接符 67"/>
          <p:cNvCxnSpPr>
            <a:stCxn id="8" idx="3"/>
            <a:endCxn id="4" idx="3"/>
          </p:cNvCxnSpPr>
          <p:nvPr/>
        </p:nvCxnSpPr>
        <p:spPr>
          <a:xfrm>
            <a:off x="8206045" y="1276331"/>
            <a:ext cx="12700" cy="2233637"/>
          </a:xfrm>
          <a:prstGeom prst="curvedConnector3">
            <a:avLst>
              <a:gd name="adj1" fmla="val 672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曲线连接符 75"/>
          <p:cNvCxnSpPr>
            <a:stCxn id="4" idx="1"/>
            <a:endCxn id="5" idx="2"/>
          </p:cNvCxnSpPr>
          <p:nvPr/>
        </p:nvCxnSpPr>
        <p:spPr>
          <a:xfrm rot="10800000">
            <a:off x="5707293" y="2650148"/>
            <a:ext cx="1177029" cy="85982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框 80"/>
          <p:cNvSpPr txBox="1"/>
          <p:nvPr/>
        </p:nvSpPr>
        <p:spPr>
          <a:xfrm>
            <a:off x="213360" y="3939540"/>
            <a:ext cx="21412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暂停状态什么都不做</a:t>
            </a:r>
            <a:endParaRPr lang="en-US" altLang="zh-CN" dirty="0" smtClean="0"/>
          </a:p>
          <a:p>
            <a:r>
              <a:rPr lang="zh-CN" altLang="en-US" dirty="0" smtClean="0"/>
              <a:t>快进和正常状态 设置间隔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0810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568790" y="3302183"/>
            <a:ext cx="2297556" cy="36390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292440" y="4139737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638622" y="4705002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56966" y="5212078"/>
            <a:ext cx="558840" cy="28263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1159624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1393858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62809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186232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209656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33079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256502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279926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303349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326773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350196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373619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397043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420466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443890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467313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490736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514160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37583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561007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84430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607853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631277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654700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/>
          <p:cNvSpPr/>
          <p:nvPr/>
        </p:nvSpPr>
        <p:spPr>
          <a:xfrm>
            <a:off x="678124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椭圆 32"/>
          <p:cNvSpPr/>
          <p:nvPr/>
        </p:nvSpPr>
        <p:spPr>
          <a:xfrm>
            <a:off x="701547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椭圆 33"/>
          <p:cNvSpPr/>
          <p:nvPr/>
        </p:nvSpPr>
        <p:spPr>
          <a:xfrm>
            <a:off x="724970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/>
          <p:cNvSpPr/>
          <p:nvPr/>
        </p:nvSpPr>
        <p:spPr>
          <a:xfrm>
            <a:off x="748394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771817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795241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818664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842089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1300941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/>
          <p:cNvSpPr/>
          <p:nvPr/>
        </p:nvSpPr>
        <p:spPr>
          <a:xfrm flipH="1">
            <a:off x="1721009" y="4796444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2223929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/>
          <p:cNvSpPr/>
          <p:nvPr/>
        </p:nvSpPr>
        <p:spPr>
          <a:xfrm flipH="1">
            <a:off x="2679879" y="4796443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/>
          <p:cNvSpPr/>
          <p:nvPr/>
        </p:nvSpPr>
        <p:spPr>
          <a:xfrm>
            <a:off x="3160865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/>
          <p:cNvSpPr/>
          <p:nvPr/>
        </p:nvSpPr>
        <p:spPr>
          <a:xfrm flipH="1">
            <a:off x="361681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/>
          <p:cNvSpPr/>
          <p:nvPr/>
        </p:nvSpPr>
        <p:spPr>
          <a:xfrm>
            <a:off x="4072766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/>
          <p:cNvSpPr/>
          <p:nvPr/>
        </p:nvSpPr>
        <p:spPr>
          <a:xfrm flipH="1">
            <a:off x="4531816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/>
          <p:cNvSpPr/>
          <p:nvPr/>
        </p:nvSpPr>
        <p:spPr>
          <a:xfrm>
            <a:off x="5026427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/>
          <p:cNvSpPr/>
          <p:nvPr/>
        </p:nvSpPr>
        <p:spPr>
          <a:xfrm flipH="1">
            <a:off x="5446495" y="4796444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椭圆 49"/>
          <p:cNvSpPr/>
          <p:nvPr/>
        </p:nvSpPr>
        <p:spPr>
          <a:xfrm>
            <a:off x="5949415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/>
          <p:cNvSpPr/>
          <p:nvPr/>
        </p:nvSpPr>
        <p:spPr>
          <a:xfrm flipH="1">
            <a:off x="640536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/>
          <p:cNvSpPr/>
          <p:nvPr/>
        </p:nvSpPr>
        <p:spPr>
          <a:xfrm>
            <a:off x="6886351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/>
          <p:cNvSpPr/>
          <p:nvPr/>
        </p:nvSpPr>
        <p:spPr>
          <a:xfrm flipH="1">
            <a:off x="7342301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/>
          <p:cNvSpPr/>
          <p:nvPr/>
        </p:nvSpPr>
        <p:spPr>
          <a:xfrm>
            <a:off x="7798252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/>
          <p:cNvSpPr/>
          <p:nvPr/>
        </p:nvSpPr>
        <p:spPr>
          <a:xfrm flipH="1">
            <a:off x="8257302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/>
          <p:cNvSpPr/>
          <p:nvPr/>
        </p:nvSpPr>
        <p:spPr>
          <a:xfrm>
            <a:off x="1491207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/>
          <p:cNvSpPr/>
          <p:nvPr/>
        </p:nvSpPr>
        <p:spPr>
          <a:xfrm>
            <a:off x="2445420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/>
          <p:cNvSpPr/>
          <p:nvPr/>
        </p:nvSpPr>
        <p:spPr>
          <a:xfrm>
            <a:off x="3398609" y="4272742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/>
          <p:cNvSpPr/>
          <p:nvPr/>
        </p:nvSpPr>
        <p:spPr>
          <a:xfrm>
            <a:off x="4352821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/>
          <p:cNvSpPr/>
          <p:nvPr/>
        </p:nvSpPr>
        <p:spPr>
          <a:xfrm>
            <a:off x="5232113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/>
          <p:cNvSpPr/>
          <p:nvPr/>
        </p:nvSpPr>
        <p:spPr>
          <a:xfrm>
            <a:off x="6186326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/>
          <p:cNvSpPr/>
          <p:nvPr/>
        </p:nvSpPr>
        <p:spPr>
          <a:xfrm>
            <a:off x="7139514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/>
          <p:cNvSpPr/>
          <p:nvPr/>
        </p:nvSpPr>
        <p:spPr>
          <a:xfrm>
            <a:off x="8029988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/>
          <p:cNvSpPr/>
          <p:nvPr/>
        </p:nvSpPr>
        <p:spPr>
          <a:xfrm>
            <a:off x="1955243" y="3433156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/>
          <p:cNvSpPr/>
          <p:nvPr/>
        </p:nvSpPr>
        <p:spPr>
          <a:xfrm>
            <a:off x="4743792" y="2219497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椭圆 65"/>
          <p:cNvSpPr/>
          <p:nvPr/>
        </p:nvSpPr>
        <p:spPr>
          <a:xfrm>
            <a:off x="5658927" y="3433154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/>
          <p:cNvSpPr/>
          <p:nvPr/>
        </p:nvSpPr>
        <p:spPr>
          <a:xfrm>
            <a:off x="7554600" y="343315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/>
          <p:cNvSpPr/>
          <p:nvPr/>
        </p:nvSpPr>
        <p:spPr>
          <a:xfrm>
            <a:off x="2940579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/>
          <p:cNvSpPr/>
          <p:nvPr/>
        </p:nvSpPr>
        <p:spPr>
          <a:xfrm>
            <a:off x="6688323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箭头连接符 69"/>
          <p:cNvCxnSpPr>
            <a:stCxn id="65" idx="3"/>
            <a:endCxn id="68" idx="7"/>
          </p:cNvCxnSpPr>
          <p:nvPr/>
        </p:nvCxnSpPr>
        <p:spPr>
          <a:xfrm flipH="1">
            <a:off x="3061201" y="2340119"/>
            <a:ext cx="1703286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/>
          <p:cNvCxnSpPr>
            <a:stCxn id="65" idx="5"/>
            <a:endCxn id="69" idx="1"/>
          </p:cNvCxnSpPr>
          <p:nvPr/>
        </p:nvCxnSpPr>
        <p:spPr>
          <a:xfrm>
            <a:off x="4864414" y="2340119"/>
            <a:ext cx="1844604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/>
          <p:cNvCxnSpPr>
            <a:stCxn id="68" idx="3"/>
            <a:endCxn id="64" idx="0"/>
          </p:cNvCxnSpPr>
          <p:nvPr/>
        </p:nvCxnSpPr>
        <p:spPr>
          <a:xfrm flipH="1">
            <a:off x="2025902" y="2988511"/>
            <a:ext cx="935372" cy="44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/>
          <p:cNvSpPr/>
          <p:nvPr/>
        </p:nvSpPr>
        <p:spPr>
          <a:xfrm>
            <a:off x="3877515" y="3472597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" name="直接箭头连接符 73"/>
          <p:cNvCxnSpPr>
            <a:stCxn id="68" idx="4"/>
            <a:endCxn id="73" idx="0"/>
          </p:cNvCxnSpPr>
          <p:nvPr/>
        </p:nvCxnSpPr>
        <p:spPr>
          <a:xfrm>
            <a:off x="3011238" y="3009206"/>
            <a:ext cx="916802" cy="4633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/>
          <p:cNvCxnSpPr>
            <a:stCxn id="69" idx="3"/>
            <a:endCxn id="66" idx="7"/>
          </p:cNvCxnSpPr>
          <p:nvPr/>
        </p:nvCxnSpPr>
        <p:spPr>
          <a:xfrm flipH="1">
            <a:off x="5779549" y="2988511"/>
            <a:ext cx="929469" cy="465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/>
          <p:cNvCxnSpPr>
            <a:stCxn id="69" idx="4"/>
            <a:endCxn id="67" idx="1"/>
          </p:cNvCxnSpPr>
          <p:nvPr/>
        </p:nvCxnSpPr>
        <p:spPr>
          <a:xfrm>
            <a:off x="6758982" y="3009206"/>
            <a:ext cx="816313" cy="444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/>
          <p:cNvCxnSpPr>
            <a:stCxn id="64" idx="3"/>
            <a:endCxn id="56" idx="0"/>
          </p:cNvCxnSpPr>
          <p:nvPr/>
        </p:nvCxnSpPr>
        <p:spPr>
          <a:xfrm flipH="1">
            <a:off x="1561866" y="3553778"/>
            <a:ext cx="414072" cy="685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64" idx="5"/>
            <a:endCxn id="57" idx="7"/>
          </p:cNvCxnSpPr>
          <p:nvPr/>
        </p:nvCxnSpPr>
        <p:spPr>
          <a:xfrm>
            <a:off x="2075865" y="3553778"/>
            <a:ext cx="490177" cy="70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58" idx="6"/>
          </p:cNvCxnSpPr>
          <p:nvPr/>
        </p:nvCxnSpPr>
        <p:spPr>
          <a:xfrm flipH="1">
            <a:off x="3499659" y="3564837"/>
            <a:ext cx="392654" cy="761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3" idx="5"/>
            <a:endCxn id="59" idx="1"/>
          </p:cNvCxnSpPr>
          <p:nvPr/>
        </p:nvCxnSpPr>
        <p:spPr>
          <a:xfrm>
            <a:off x="3963767" y="3564837"/>
            <a:ext cx="409749" cy="695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66" idx="3"/>
            <a:endCxn id="60" idx="0"/>
          </p:cNvCxnSpPr>
          <p:nvPr/>
        </p:nvCxnSpPr>
        <p:spPr>
          <a:xfrm flipH="1">
            <a:off x="5302772" y="3553776"/>
            <a:ext cx="376850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66" idx="4"/>
            <a:endCxn id="61" idx="1"/>
          </p:cNvCxnSpPr>
          <p:nvPr/>
        </p:nvCxnSpPr>
        <p:spPr>
          <a:xfrm>
            <a:off x="5729586" y="3574471"/>
            <a:ext cx="477435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/>
          <p:cNvCxnSpPr>
            <a:stCxn id="67" idx="4"/>
            <a:endCxn id="62" idx="0"/>
          </p:cNvCxnSpPr>
          <p:nvPr/>
        </p:nvCxnSpPr>
        <p:spPr>
          <a:xfrm flipH="1">
            <a:off x="7210173" y="3574470"/>
            <a:ext cx="415086" cy="66502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67" idx="5"/>
            <a:endCxn id="63" idx="0"/>
          </p:cNvCxnSpPr>
          <p:nvPr/>
        </p:nvCxnSpPr>
        <p:spPr>
          <a:xfrm>
            <a:off x="7675222" y="3553775"/>
            <a:ext cx="425425" cy="68571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/>
          <p:cNvCxnSpPr>
            <a:stCxn id="56" idx="4"/>
            <a:endCxn id="40" idx="0"/>
          </p:cNvCxnSpPr>
          <p:nvPr/>
        </p:nvCxnSpPr>
        <p:spPr>
          <a:xfrm flipH="1">
            <a:off x="1371600" y="4380808"/>
            <a:ext cx="190266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56" idx="4"/>
            <a:endCxn id="41" idx="0"/>
          </p:cNvCxnSpPr>
          <p:nvPr/>
        </p:nvCxnSpPr>
        <p:spPr>
          <a:xfrm>
            <a:off x="1561866" y="4380808"/>
            <a:ext cx="229802" cy="415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/>
          <p:cNvCxnSpPr>
            <a:stCxn id="57" idx="3"/>
            <a:endCxn id="42" idx="0"/>
          </p:cNvCxnSpPr>
          <p:nvPr/>
        </p:nvCxnSpPr>
        <p:spPr>
          <a:xfrm flipH="1">
            <a:off x="2294588" y="4360113"/>
            <a:ext cx="171527" cy="436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/>
          <p:cNvCxnSpPr>
            <a:stCxn id="57" idx="4"/>
            <a:endCxn id="43" idx="0"/>
          </p:cNvCxnSpPr>
          <p:nvPr/>
        </p:nvCxnSpPr>
        <p:spPr>
          <a:xfrm>
            <a:off x="2516079" y="4380808"/>
            <a:ext cx="234459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/>
          <p:cNvCxnSpPr>
            <a:stCxn id="58" idx="3"/>
            <a:endCxn id="44" idx="0"/>
          </p:cNvCxnSpPr>
          <p:nvPr/>
        </p:nvCxnSpPr>
        <p:spPr>
          <a:xfrm flipH="1">
            <a:off x="3231524" y="4364982"/>
            <a:ext cx="181883" cy="4314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>
            <a:stCxn id="58" idx="4"/>
            <a:endCxn id="45" idx="0"/>
          </p:cNvCxnSpPr>
          <p:nvPr/>
        </p:nvCxnSpPr>
        <p:spPr>
          <a:xfrm>
            <a:off x="3449134" y="4380808"/>
            <a:ext cx="238340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/>
          <p:cNvCxnSpPr>
            <a:stCxn id="59" idx="4"/>
            <a:endCxn id="46" idx="7"/>
          </p:cNvCxnSpPr>
          <p:nvPr/>
        </p:nvCxnSpPr>
        <p:spPr>
          <a:xfrm flipH="1">
            <a:off x="4193388" y="4380808"/>
            <a:ext cx="230092" cy="4363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/>
          <p:cNvCxnSpPr>
            <a:stCxn id="59" idx="4"/>
            <a:endCxn id="47" idx="0"/>
          </p:cNvCxnSpPr>
          <p:nvPr/>
        </p:nvCxnSpPr>
        <p:spPr>
          <a:xfrm>
            <a:off x="4423480" y="4380808"/>
            <a:ext cx="178995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/>
          <p:cNvCxnSpPr>
            <a:stCxn id="60" idx="3"/>
            <a:endCxn id="48" idx="0"/>
          </p:cNvCxnSpPr>
          <p:nvPr/>
        </p:nvCxnSpPr>
        <p:spPr>
          <a:xfrm flipH="1">
            <a:off x="5097086" y="4360113"/>
            <a:ext cx="15572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60" idx="4"/>
            <a:endCxn id="49" idx="0"/>
          </p:cNvCxnSpPr>
          <p:nvPr/>
        </p:nvCxnSpPr>
        <p:spPr>
          <a:xfrm>
            <a:off x="5302772" y="4380808"/>
            <a:ext cx="214382" cy="4156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/>
          <p:cNvCxnSpPr>
            <a:stCxn id="61" idx="3"/>
            <a:endCxn id="50" idx="0"/>
          </p:cNvCxnSpPr>
          <p:nvPr/>
        </p:nvCxnSpPr>
        <p:spPr>
          <a:xfrm flipH="1">
            <a:off x="6020074" y="4360113"/>
            <a:ext cx="186947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/>
          <p:cNvCxnSpPr>
            <a:stCxn id="61" idx="4"/>
            <a:endCxn id="51" idx="1"/>
          </p:cNvCxnSpPr>
          <p:nvPr/>
        </p:nvCxnSpPr>
        <p:spPr>
          <a:xfrm>
            <a:off x="6256985" y="4380808"/>
            <a:ext cx="26900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62" idx="4"/>
            <a:endCxn id="52" idx="0"/>
          </p:cNvCxnSpPr>
          <p:nvPr/>
        </p:nvCxnSpPr>
        <p:spPr>
          <a:xfrm flipH="1">
            <a:off x="6957010" y="4380808"/>
            <a:ext cx="253163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62" idx="4"/>
            <a:endCxn id="53" idx="1"/>
          </p:cNvCxnSpPr>
          <p:nvPr/>
        </p:nvCxnSpPr>
        <p:spPr>
          <a:xfrm>
            <a:off x="7210173" y="4380808"/>
            <a:ext cx="252750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63" idx="4"/>
            <a:endCxn id="54" idx="0"/>
          </p:cNvCxnSpPr>
          <p:nvPr/>
        </p:nvCxnSpPr>
        <p:spPr>
          <a:xfrm flipH="1">
            <a:off x="7868911" y="4380808"/>
            <a:ext cx="231736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/>
          <p:cNvCxnSpPr>
            <a:stCxn id="63" idx="4"/>
            <a:endCxn id="55" idx="0"/>
          </p:cNvCxnSpPr>
          <p:nvPr/>
        </p:nvCxnSpPr>
        <p:spPr>
          <a:xfrm>
            <a:off x="8100647" y="4380808"/>
            <a:ext cx="227314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40" idx="3"/>
            <a:endCxn id="8" idx="0"/>
          </p:cNvCxnSpPr>
          <p:nvPr/>
        </p:nvCxnSpPr>
        <p:spPr>
          <a:xfrm flipH="1">
            <a:off x="1230283" y="4917065"/>
            <a:ext cx="91353" cy="3947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/>
          <p:nvPr/>
        </p:nvCxnSpPr>
        <p:spPr>
          <a:xfrm flipH="1">
            <a:off x="1673006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 flipH="1">
            <a:off x="2154701" y="492953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/>
          <p:nvPr/>
        </p:nvCxnSpPr>
        <p:spPr>
          <a:xfrm flipH="1">
            <a:off x="2611327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/>
          <p:nvPr/>
        </p:nvCxnSpPr>
        <p:spPr>
          <a:xfrm flipH="1">
            <a:off x="3095640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 flipH="1">
            <a:off x="354615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H="1">
            <a:off x="4028573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H="1">
            <a:off x="450263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 flipH="1">
            <a:off x="4984185" y="4937758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H="1">
            <a:off x="5416059" y="4929533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H="1">
            <a:off x="5929720" y="491706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H="1">
            <a:off x="6368527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H="1">
            <a:off x="6858580" y="49109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H="1">
            <a:off x="7309142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H="1">
            <a:off x="7774993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H="1">
            <a:off x="8231808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>
            <a:stCxn id="40" idx="4"/>
            <a:endCxn id="9" idx="0"/>
          </p:cNvCxnSpPr>
          <p:nvPr/>
        </p:nvCxnSpPr>
        <p:spPr>
          <a:xfrm>
            <a:off x="1371600" y="4937760"/>
            <a:ext cx="92917" cy="374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>
            <a:endCxn id="11" idx="0"/>
          </p:cNvCxnSpPr>
          <p:nvPr/>
        </p:nvCxnSpPr>
        <p:spPr>
          <a:xfrm>
            <a:off x="1804277" y="4906801"/>
            <a:ext cx="128708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2303716" y="4925545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5" idx="0"/>
          </p:cNvCxnSpPr>
          <p:nvPr/>
        </p:nvCxnSpPr>
        <p:spPr>
          <a:xfrm>
            <a:off x="2726878" y="4906801"/>
            <a:ext cx="143043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>
            <a:off x="3202075" y="4941913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>
            <a:endCxn id="19" idx="0"/>
          </p:cNvCxnSpPr>
          <p:nvPr/>
        </p:nvCxnSpPr>
        <p:spPr>
          <a:xfrm>
            <a:off x="3683877" y="4908666"/>
            <a:ext cx="122980" cy="4031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/>
          <p:cNvCxnSpPr>
            <a:endCxn id="21" idx="1"/>
          </p:cNvCxnSpPr>
          <p:nvPr/>
        </p:nvCxnSpPr>
        <p:spPr>
          <a:xfrm>
            <a:off x="4149898" y="4896365"/>
            <a:ext cx="75463" cy="43616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>
            <a:endCxn id="23" idx="0"/>
          </p:cNvCxnSpPr>
          <p:nvPr/>
        </p:nvCxnSpPr>
        <p:spPr>
          <a:xfrm>
            <a:off x="4624427" y="4871255"/>
            <a:ext cx="119366" cy="44057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25" idx="0"/>
          </p:cNvCxnSpPr>
          <p:nvPr/>
        </p:nvCxnSpPr>
        <p:spPr>
          <a:xfrm>
            <a:off x="5099405" y="4896365"/>
            <a:ext cx="112856" cy="4154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/>
          <p:nvPr/>
        </p:nvCxnSpPr>
        <p:spPr>
          <a:xfrm>
            <a:off x="5572852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126"/>
          <p:cNvCxnSpPr/>
          <p:nvPr/>
        </p:nvCxnSpPr>
        <p:spPr>
          <a:xfrm>
            <a:off x="6029829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/>
          <p:cNvCxnSpPr>
            <a:endCxn id="31" idx="0"/>
          </p:cNvCxnSpPr>
          <p:nvPr/>
        </p:nvCxnSpPr>
        <p:spPr>
          <a:xfrm>
            <a:off x="6472819" y="4888051"/>
            <a:ext cx="144846" cy="42378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/>
          <p:cNvCxnSpPr>
            <a:endCxn id="33" idx="7"/>
          </p:cNvCxnSpPr>
          <p:nvPr/>
        </p:nvCxnSpPr>
        <p:spPr>
          <a:xfrm>
            <a:off x="6964436" y="4906801"/>
            <a:ext cx="171660" cy="4257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/>
          <p:cNvCxnSpPr/>
          <p:nvPr/>
        </p:nvCxnSpPr>
        <p:spPr>
          <a:xfrm>
            <a:off x="7445659" y="4921306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>
            <a:endCxn id="37" idx="0"/>
          </p:cNvCxnSpPr>
          <p:nvPr/>
        </p:nvCxnSpPr>
        <p:spPr>
          <a:xfrm>
            <a:off x="7876704" y="4921306"/>
            <a:ext cx="146365" cy="3905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>
            <a:endCxn id="39" idx="1"/>
          </p:cNvCxnSpPr>
          <p:nvPr/>
        </p:nvCxnSpPr>
        <p:spPr>
          <a:xfrm>
            <a:off x="8352161" y="4902643"/>
            <a:ext cx="89424" cy="42988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382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c.biancheng.net/cpp/uploads/allimg/151020/1-151020132J32G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561" y="882793"/>
            <a:ext cx="4171950" cy="4410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/>
          <p:cNvSpPr txBox="1"/>
          <p:nvPr/>
        </p:nvSpPr>
        <p:spPr>
          <a:xfrm>
            <a:off x="1737359" y="2327563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70858" y="3933915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660967" y="2019991"/>
            <a:ext cx="122197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287645" y="3933914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370772" y="2181572"/>
            <a:ext cx="373322" cy="1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155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655897" y="39250"/>
            <a:ext cx="2326906" cy="246221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分析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doctor.mp4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的结果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956" y="558830"/>
            <a:ext cx="133955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ftyp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type=0x66747970</a:t>
            </a: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55896" y="556597"/>
            <a:ext cx="17654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type=0x6D646174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size=0x000169C4A=1481802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555456" y="565522"/>
            <a:ext cx="154232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moov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type=0x6D6F6F76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size=0x000039C5=14789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04335" y="1355333"/>
            <a:ext cx="144351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二级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mvhd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0x6D766864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size=0x0000006C=108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795241" y="1370984"/>
            <a:ext cx="145156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size=0x00001B62=7010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504758" y="1350031"/>
            <a:ext cx="153829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size=0x00001D8D=7565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48352" y="1352781"/>
            <a:ext cx="130883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type=0x75647461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size=0x00000062=98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48352" y="2215024"/>
            <a:ext cx="131985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type=0x6D657461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size=0x0000005A=90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40138" y="2198219"/>
            <a:ext cx="132523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tkhd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type=0x746B6864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size=0x0000005C=92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538117" y="2216222"/>
            <a:ext cx="1554579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mdia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type=0x6D646961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size=0x00001ADA=6874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056501" y="2216222"/>
            <a:ext cx="131138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edts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type=0x65647473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76874" y="3025454"/>
            <a:ext cx="131781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elst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type=0x656C7374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352868" y="3047219"/>
            <a:ext cx="133383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772960" y="3039771"/>
            <a:ext cx="140205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hdlr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type=0x6D646C72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size=0x0000002D=45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274402" y="3039771"/>
            <a:ext cx="153729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type=0x6D696E66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size=0x00001A85=6789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928847" y="3888498"/>
            <a:ext cx="136628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vmhd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type=0x766D6864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size=0x00000014=20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705757" y="3887095"/>
            <a:ext cx="132290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type=0x64696E66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5789196" y="3927381"/>
            <a:ext cx="1553571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stbl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type=0x7374626C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size=0x00001A45=6725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174774" y="5469787"/>
            <a:ext cx="13806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六级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dref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type=0x64726566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/>
          <p:cNvCxnSpPr>
            <a:stCxn id="4" idx="2"/>
            <a:endCxn id="5" idx="0"/>
          </p:cNvCxnSpPr>
          <p:nvPr/>
        </p:nvCxnSpPr>
        <p:spPr>
          <a:xfrm flipH="1">
            <a:off x="717733" y="285471"/>
            <a:ext cx="2101617" cy="273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4" idx="2"/>
            <a:endCxn id="6" idx="0"/>
          </p:cNvCxnSpPr>
          <p:nvPr/>
        </p:nvCxnSpPr>
        <p:spPr>
          <a:xfrm flipH="1">
            <a:off x="2538638" y="285471"/>
            <a:ext cx="280712" cy="271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>
            <a:stCxn id="4" idx="2"/>
            <a:endCxn id="7" idx="0"/>
          </p:cNvCxnSpPr>
          <p:nvPr/>
        </p:nvCxnSpPr>
        <p:spPr>
          <a:xfrm>
            <a:off x="2819350" y="285471"/>
            <a:ext cx="1507268" cy="280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/>
          <p:cNvCxnSpPr>
            <a:stCxn id="7" idx="2"/>
            <a:endCxn id="8" idx="0"/>
          </p:cNvCxnSpPr>
          <p:nvPr/>
        </p:nvCxnSpPr>
        <p:spPr>
          <a:xfrm flipH="1">
            <a:off x="1426094" y="1119520"/>
            <a:ext cx="2900524" cy="235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/>
          <p:cNvCxnSpPr>
            <a:stCxn id="7" idx="2"/>
            <a:endCxn id="9" idx="0"/>
          </p:cNvCxnSpPr>
          <p:nvPr/>
        </p:nvCxnSpPr>
        <p:spPr>
          <a:xfrm flipH="1">
            <a:off x="3521024" y="1119520"/>
            <a:ext cx="805594" cy="251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/>
          <p:cNvCxnSpPr>
            <a:stCxn id="7" idx="2"/>
            <a:endCxn id="10" idx="0"/>
          </p:cNvCxnSpPr>
          <p:nvPr/>
        </p:nvCxnSpPr>
        <p:spPr>
          <a:xfrm>
            <a:off x="4326618" y="1119520"/>
            <a:ext cx="947286" cy="2305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>
            <a:stCxn id="7" idx="2"/>
            <a:endCxn id="11" idx="0"/>
          </p:cNvCxnSpPr>
          <p:nvPr/>
        </p:nvCxnSpPr>
        <p:spPr>
          <a:xfrm>
            <a:off x="4326618" y="1119520"/>
            <a:ext cx="3176153" cy="2332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/>
          <p:cNvCxnSpPr>
            <a:stCxn id="11" idx="2"/>
            <a:endCxn id="12" idx="0"/>
          </p:cNvCxnSpPr>
          <p:nvPr/>
        </p:nvCxnSpPr>
        <p:spPr>
          <a:xfrm>
            <a:off x="7502771" y="1906779"/>
            <a:ext cx="5508" cy="308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9" idx="2"/>
            <a:endCxn id="13" idx="0"/>
          </p:cNvCxnSpPr>
          <p:nvPr/>
        </p:nvCxnSpPr>
        <p:spPr>
          <a:xfrm flipH="1">
            <a:off x="1102753" y="1924982"/>
            <a:ext cx="2418271" cy="2732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9" idx="2"/>
            <a:endCxn id="15" idx="0"/>
          </p:cNvCxnSpPr>
          <p:nvPr/>
        </p:nvCxnSpPr>
        <p:spPr>
          <a:xfrm flipH="1">
            <a:off x="2712194" y="1924982"/>
            <a:ext cx="808830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9" idx="2"/>
            <a:endCxn id="14" idx="0"/>
          </p:cNvCxnSpPr>
          <p:nvPr/>
        </p:nvCxnSpPr>
        <p:spPr>
          <a:xfrm>
            <a:off x="3521024" y="1924982"/>
            <a:ext cx="794383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15" idx="2"/>
            <a:endCxn id="16" idx="0"/>
          </p:cNvCxnSpPr>
          <p:nvPr/>
        </p:nvCxnSpPr>
        <p:spPr>
          <a:xfrm flipH="1">
            <a:off x="1335779" y="2770220"/>
            <a:ext cx="1376415" cy="2552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14" idx="2"/>
            <a:endCxn id="17" idx="0"/>
          </p:cNvCxnSpPr>
          <p:nvPr/>
        </p:nvCxnSpPr>
        <p:spPr>
          <a:xfrm flipH="1">
            <a:off x="3019784" y="2770220"/>
            <a:ext cx="1295623" cy="276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14" idx="2"/>
            <a:endCxn id="18" idx="0"/>
          </p:cNvCxnSpPr>
          <p:nvPr/>
        </p:nvCxnSpPr>
        <p:spPr>
          <a:xfrm>
            <a:off x="4315407" y="2770220"/>
            <a:ext cx="158581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14" idx="2"/>
            <a:endCxn id="19" idx="0"/>
          </p:cNvCxnSpPr>
          <p:nvPr/>
        </p:nvCxnSpPr>
        <p:spPr>
          <a:xfrm>
            <a:off x="4315407" y="2770220"/>
            <a:ext cx="1727642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>
            <a:stCxn id="19" idx="2"/>
            <a:endCxn id="20" idx="0"/>
          </p:cNvCxnSpPr>
          <p:nvPr/>
        </p:nvCxnSpPr>
        <p:spPr>
          <a:xfrm flipH="1">
            <a:off x="2611990" y="3593769"/>
            <a:ext cx="3431059" cy="294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>
            <a:stCxn id="19" idx="2"/>
            <a:endCxn id="21" idx="0"/>
          </p:cNvCxnSpPr>
          <p:nvPr/>
        </p:nvCxnSpPr>
        <p:spPr>
          <a:xfrm flipH="1">
            <a:off x="4367207" y="3593769"/>
            <a:ext cx="1675842" cy="2933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>
            <a:stCxn id="19" idx="2"/>
            <a:endCxn id="22" idx="0"/>
          </p:cNvCxnSpPr>
          <p:nvPr/>
        </p:nvCxnSpPr>
        <p:spPr>
          <a:xfrm>
            <a:off x="6043049" y="3593769"/>
            <a:ext cx="522933" cy="333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2" name="组合 221"/>
          <p:cNvGrpSpPr/>
          <p:nvPr/>
        </p:nvGrpSpPr>
        <p:grpSpPr>
          <a:xfrm>
            <a:off x="3906540" y="4819255"/>
            <a:ext cx="4406880" cy="2006302"/>
            <a:chOff x="7789025" y="4677132"/>
            <a:chExt cx="4406880" cy="2006302"/>
          </a:xfrm>
        </p:grpSpPr>
        <p:sp>
          <p:nvSpPr>
            <p:cNvPr id="24" name="文本框 23"/>
            <p:cNvSpPr txBox="1"/>
            <p:nvPr/>
          </p:nvSpPr>
          <p:spPr>
            <a:xfrm>
              <a:off x="7867660" y="4773840"/>
              <a:ext cx="1421120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stsd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type=0x73747364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size=0x000000A9=169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9367415" y="4750736"/>
              <a:ext cx="130063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type=0x73747473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size=0x00000018=24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867659" y="5375569"/>
              <a:ext cx="145798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type=0x63747473</a:t>
              </a:r>
            </a:p>
            <a:p>
              <a:r>
                <a:rPr lang="en-US" altLang="zh-CN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size=0x00000C88=3208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9367750" y="5365611"/>
              <a:ext cx="129996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stsc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size=0x00000028=40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0694180" y="4737971"/>
              <a:ext cx="136148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type=0x73747373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size=0x0000001C=28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0694181" y="5365611"/>
              <a:ext cx="1442946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stsz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type=0x7374737A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size=0x0000065C=1628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9243134" y="6047111"/>
              <a:ext cx="1465651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stco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type=0x7374636F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size=0x00000654=1620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5" name="矩形 114"/>
            <p:cNvSpPr/>
            <p:nvPr/>
          </p:nvSpPr>
          <p:spPr>
            <a:xfrm>
              <a:off x="7789025" y="4677132"/>
              <a:ext cx="4406880" cy="2006302"/>
            </a:xfrm>
            <a:prstGeom prst="rect">
              <a:avLst/>
            </a:prstGeom>
            <a:noFill/>
            <a:ln>
              <a:solidFill>
                <a:srgbClr val="0070C0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17" name="直接箭头连接符 116"/>
          <p:cNvCxnSpPr>
            <a:stCxn id="22" idx="2"/>
            <a:endCxn id="115" idx="0"/>
          </p:cNvCxnSpPr>
          <p:nvPr/>
        </p:nvCxnSpPr>
        <p:spPr>
          <a:xfrm flipH="1">
            <a:off x="6109980" y="4481379"/>
            <a:ext cx="456002" cy="337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/>
          <p:cNvCxnSpPr>
            <a:stCxn id="21" idx="2"/>
            <a:endCxn id="23" idx="0"/>
          </p:cNvCxnSpPr>
          <p:nvPr/>
        </p:nvCxnSpPr>
        <p:spPr>
          <a:xfrm flipH="1">
            <a:off x="2865116" y="4441093"/>
            <a:ext cx="1502091" cy="1028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/>
          <p:cNvSpPr txBox="1"/>
          <p:nvPr/>
        </p:nvSpPr>
        <p:spPr>
          <a:xfrm>
            <a:off x="5289001" y="2209084"/>
            <a:ext cx="87684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这里省略对音频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的继续分析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6" name="直接箭头连接符 55"/>
          <p:cNvCxnSpPr>
            <a:stCxn id="10" idx="2"/>
            <a:endCxn id="70" idx="0"/>
          </p:cNvCxnSpPr>
          <p:nvPr/>
        </p:nvCxnSpPr>
        <p:spPr>
          <a:xfrm>
            <a:off x="5273904" y="1904029"/>
            <a:ext cx="453519" cy="305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506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677886" y="1163782"/>
            <a:ext cx="1679510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音视频数据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677886" y="1779601"/>
            <a:ext cx="1679510" cy="361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RTP Body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96751" y="2408992"/>
            <a:ext cx="2360645" cy="3503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UDP Body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996751" y="1779600"/>
            <a:ext cx="681135" cy="3613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RTP Header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315616" y="2408992"/>
            <a:ext cx="681135" cy="3503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UDP Header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下箭头 8"/>
          <p:cNvSpPr/>
          <p:nvPr/>
        </p:nvSpPr>
        <p:spPr>
          <a:xfrm>
            <a:off x="3214397" y="1511559"/>
            <a:ext cx="289248" cy="268041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下箭头 9"/>
          <p:cNvSpPr/>
          <p:nvPr/>
        </p:nvSpPr>
        <p:spPr>
          <a:xfrm>
            <a:off x="3219063" y="2145714"/>
            <a:ext cx="289248" cy="254467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996751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239347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81943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724539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967135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09731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452327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3694923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966868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209464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452060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694656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4937252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179848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5422444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5665040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936985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6179581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422177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664773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6907369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7149965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392561" y="387898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7635157" y="387898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7907102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8149698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8392294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8634890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8877486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9120082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9362678" y="387898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9605274" y="387898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903615" y="3507971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43" name="文本框 42"/>
          <p:cNvSpPr txBox="1"/>
          <p:nvPr/>
        </p:nvSpPr>
        <p:spPr>
          <a:xfrm>
            <a:off x="4048469" y="4795669"/>
            <a:ext cx="6178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高地址</a:t>
            </a:r>
            <a:endParaRPr lang="zh-CN" altLang="en-US" sz="1100"/>
          </a:p>
        </p:txBody>
      </p:sp>
      <p:sp>
        <p:nvSpPr>
          <p:cNvPr id="3" name="右箭头 2"/>
          <p:cNvSpPr/>
          <p:nvPr/>
        </p:nvSpPr>
        <p:spPr>
          <a:xfrm>
            <a:off x="2481942" y="3587366"/>
            <a:ext cx="6759437" cy="173038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左大括号 43"/>
          <p:cNvSpPr/>
          <p:nvPr/>
        </p:nvSpPr>
        <p:spPr>
          <a:xfrm rot="16200000">
            <a:off x="2720807" y="3614000"/>
            <a:ext cx="242596" cy="1448111"/>
          </a:xfrm>
          <a:prstGeom prst="leftBrace">
            <a:avLst>
              <a:gd name="adj1" fmla="val 3660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2638769" y="4457656"/>
            <a:ext cx="406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/>
              <a:t>s.a</a:t>
            </a:r>
            <a:endParaRPr lang="zh-CN" altLang="en-US" sz="1100"/>
          </a:p>
        </p:txBody>
      </p:sp>
      <p:sp>
        <p:nvSpPr>
          <p:cNvPr id="46" name="左大括号 45"/>
          <p:cNvSpPr/>
          <p:nvPr/>
        </p:nvSpPr>
        <p:spPr>
          <a:xfrm rot="16200000">
            <a:off x="7028667" y="3240961"/>
            <a:ext cx="242596" cy="2194179"/>
          </a:xfrm>
          <a:prstGeom prst="leftBrace">
            <a:avLst>
              <a:gd name="adj1" fmla="val 3660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/>
        </p:nvSpPr>
        <p:spPr>
          <a:xfrm>
            <a:off x="6985890" y="4457656"/>
            <a:ext cx="406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/>
              <a:t>s.b</a:t>
            </a:r>
            <a:endParaRPr lang="zh-CN" altLang="en-US" sz="1100"/>
          </a:p>
        </p:txBody>
      </p:sp>
      <p:sp>
        <p:nvSpPr>
          <p:cNvPr id="48" name="矩形 47"/>
          <p:cNvSpPr/>
          <p:nvPr/>
        </p:nvSpPr>
        <p:spPr>
          <a:xfrm>
            <a:off x="1926771" y="507491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2169367" y="507491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2411963" y="507491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654559" y="507491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897155" y="507491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3139751" y="507491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3382347" y="507491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3624943" y="507491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1340292" y="4810624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57" name="左大括号 56"/>
          <p:cNvSpPr/>
          <p:nvPr/>
        </p:nvSpPr>
        <p:spPr>
          <a:xfrm rot="16200000">
            <a:off x="3548120" y="5342002"/>
            <a:ext cx="153646" cy="304491"/>
          </a:xfrm>
          <a:prstGeom prst="leftBrace">
            <a:avLst>
              <a:gd name="adj1" fmla="val 36602"/>
              <a:gd name="adj2" fmla="val 4749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2197081" y="5571072"/>
            <a:ext cx="335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cc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右箭头 58"/>
          <p:cNvSpPr/>
          <p:nvPr/>
        </p:nvSpPr>
        <p:spPr>
          <a:xfrm>
            <a:off x="1858564" y="4841312"/>
            <a:ext cx="2238471" cy="194156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2882624" y="5564302"/>
            <a:ext cx="2582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3124277" y="5556682"/>
            <a:ext cx="2891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左大括号 61"/>
          <p:cNvSpPr/>
          <p:nvPr/>
        </p:nvSpPr>
        <p:spPr>
          <a:xfrm rot="16200000">
            <a:off x="2300698" y="5113480"/>
            <a:ext cx="153644" cy="761537"/>
          </a:xfrm>
          <a:prstGeom prst="leftBrace">
            <a:avLst>
              <a:gd name="adj1" fmla="val 36602"/>
              <a:gd name="adj2" fmla="val 4749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3488024" y="5571072"/>
            <a:ext cx="2891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3018453" y="5338722"/>
            <a:ext cx="0" cy="232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/>
          <p:nvPr/>
        </p:nvCxnSpPr>
        <p:spPr>
          <a:xfrm>
            <a:off x="3263226" y="5338722"/>
            <a:ext cx="0" cy="232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文本框 72"/>
          <p:cNvSpPr txBox="1"/>
          <p:nvPr/>
        </p:nvSpPr>
        <p:spPr>
          <a:xfrm>
            <a:off x="8056559" y="4945722"/>
            <a:ext cx="6178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高地址</a:t>
            </a:r>
            <a:endParaRPr lang="zh-CN" altLang="en-US" sz="1100"/>
          </a:p>
        </p:txBody>
      </p:sp>
      <p:sp>
        <p:nvSpPr>
          <p:cNvPr id="74" name="矩形 73"/>
          <p:cNvSpPr/>
          <p:nvPr/>
        </p:nvSpPr>
        <p:spPr>
          <a:xfrm>
            <a:off x="5934861" y="522497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6177457" y="522497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6420053" y="522497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6662649" y="522497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6905245" y="5224970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7147841" y="5224970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7390437" y="522496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7633033" y="522496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5348382" y="4960677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85" name="右箭头 84"/>
          <p:cNvSpPr/>
          <p:nvPr/>
        </p:nvSpPr>
        <p:spPr>
          <a:xfrm>
            <a:off x="5866654" y="4991365"/>
            <a:ext cx="2238471" cy="194156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9619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587549"/>
              </p:ext>
            </p:extLst>
          </p:nvPr>
        </p:nvGraphicFramePr>
        <p:xfrm>
          <a:off x="1239520" y="727286"/>
          <a:ext cx="4033520" cy="1688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0001 1110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0110 1010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0010 1100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0100 1000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1495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13822"/>
                  </a:ext>
                </a:extLst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1239520" y="57872"/>
            <a:ext cx="4033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发送方：小端字节序</a:t>
            </a:r>
            <a:r>
              <a:rPr lang="en-US" altLang="zh-CN" sz="1200" smtClean="0"/>
              <a:t>/</a:t>
            </a:r>
            <a:r>
              <a:rPr lang="zh-CN" altLang="en-US" sz="1200" smtClean="0"/>
              <a:t>比特序，发送</a:t>
            </a:r>
            <a:r>
              <a:rPr lang="en-US" altLang="zh-CN" sz="1200" smtClean="0"/>
              <a:t>int</a:t>
            </a:r>
            <a:r>
              <a:rPr lang="zh-CN" altLang="en-US" sz="1200" smtClean="0"/>
              <a:t>型整数</a:t>
            </a:r>
            <a:r>
              <a:rPr lang="en-US" altLang="zh-CN" sz="1200" smtClean="0"/>
              <a:t>305419896</a:t>
            </a:r>
            <a:endParaRPr lang="en-US" altLang="zh-CN" sz="1200"/>
          </a:p>
          <a:p>
            <a:r>
              <a:rPr lang="en-US" altLang="zh-CN" sz="1200" smtClean="0"/>
              <a:t>305419896=0x12345678</a:t>
            </a:r>
          </a:p>
          <a:p>
            <a:r>
              <a:rPr lang="en-US" altLang="zh-CN" sz="1200" smtClean="0"/>
              <a:t>    =0001 0010 0011 0100 0101 0110 0111 1000</a:t>
            </a:r>
            <a:r>
              <a:rPr lang="zh-CN" altLang="en-US" sz="1200" smtClean="0"/>
              <a:t>（二进制）</a:t>
            </a:r>
            <a:endParaRPr lang="zh-CN" altLang="en-US" sz="1200"/>
          </a:p>
        </p:txBody>
      </p:sp>
      <p:sp>
        <p:nvSpPr>
          <p:cNvPr id="7" name="文本框 6"/>
          <p:cNvSpPr txBox="1"/>
          <p:nvPr/>
        </p:nvSpPr>
        <p:spPr>
          <a:xfrm>
            <a:off x="426720" y="727286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smtClean="0"/>
              <a:t>内存地址</a:t>
            </a:r>
            <a:endParaRPr lang="zh-CN" altLang="en-US" sz="1200"/>
          </a:p>
        </p:txBody>
      </p:sp>
      <p:sp>
        <p:nvSpPr>
          <p:cNvPr id="8" name="文本框 7"/>
          <p:cNvSpPr txBox="1"/>
          <p:nvPr/>
        </p:nvSpPr>
        <p:spPr>
          <a:xfrm>
            <a:off x="609600" y="1050451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9" name="文本框 8"/>
          <p:cNvSpPr txBox="1"/>
          <p:nvPr/>
        </p:nvSpPr>
        <p:spPr>
          <a:xfrm>
            <a:off x="609600" y="1432913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0" name="文本框 9"/>
          <p:cNvSpPr txBox="1"/>
          <p:nvPr/>
        </p:nvSpPr>
        <p:spPr>
          <a:xfrm>
            <a:off x="144780" y="1776907"/>
            <a:ext cx="10947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200" smtClean="0"/>
              <a:t>htonl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11" name="文本框 10"/>
          <p:cNvSpPr txBox="1"/>
          <p:nvPr/>
        </p:nvSpPr>
        <p:spPr>
          <a:xfrm>
            <a:off x="198120" y="2096224"/>
            <a:ext cx="1041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htonl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2" name="下箭头 11"/>
          <p:cNvSpPr/>
          <p:nvPr/>
        </p:nvSpPr>
        <p:spPr>
          <a:xfrm>
            <a:off x="3009900" y="2415541"/>
            <a:ext cx="236220" cy="70103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088428"/>
              </p:ext>
            </p:extLst>
          </p:nvPr>
        </p:nvGraphicFramePr>
        <p:xfrm>
          <a:off x="1170940" y="3116580"/>
          <a:ext cx="4033520" cy="1012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438150" y="3772624"/>
            <a:ext cx="732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发送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5" name="下箭头 14"/>
          <p:cNvSpPr/>
          <p:nvPr/>
        </p:nvSpPr>
        <p:spPr>
          <a:xfrm rot="10800000">
            <a:off x="8328660" y="2391466"/>
            <a:ext cx="236220" cy="70103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" name="表格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088428"/>
              </p:ext>
            </p:extLst>
          </p:nvPr>
        </p:nvGraphicFramePr>
        <p:xfrm>
          <a:off x="6489700" y="3092505"/>
          <a:ext cx="4033520" cy="1012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</a:tbl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5756910" y="3748549"/>
            <a:ext cx="732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接收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graphicFrame>
        <p:nvGraphicFramePr>
          <p:cNvPr id="18" name="表格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87583"/>
              </p:ext>
            </p:extLst>
          </p:nvPr>
        </p:nvGraphicFramePr>
        <p:xfrm>
          <a:off x="6489700" y="727287"/>
          <a:ext cx="4033520" cy="1688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0001 0010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0011</a:t>
                      </a:r>
                      <a:r>
                        <a:rPr lang="en-US" altLang="zh-CN" sz="1200" baseline="0" smtClean="0"/>
                        <a:t> 0100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0101</a:t>
                      </a:r>
                      <a:r>
                        <a:rPr lang="en-US" altLang="zh-CN" sz="1200" baseline="0" smtClean="0"/>
                        <a:t> 0110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0111 1000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0x12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0001 0010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0011</a:t>
                      </a:r>
                      <a:r>
                        <a:rPr lang="en-US" altLang="zh-CN" sz="1200" baseline="0" smtClean="0"/>
                        <a:t> 0100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0101</a:t>
                      </a:r>
                      <a:r>
                        <a:rPr lang="en-US" altLang="zh-CN" sz="1200" baseline="0" smtClean="0"/>
                        <a:t> 0110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0111 1000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1495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0x12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0x34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0x56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0x78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13822"/>
                  </a:ext>
                </a:extLst>
              </a:tr>
            </a:tbl>
          </a:graphicData>
        </a:graphic>
      </p:graphicFrame>
      <p:sp>
        <p:nvSpPr>
          <p:cNvPr id="19" name="文本框 18"/>
          <p:cNvSpPr txBox="1"/>
          <p:nvPr/>
        </p:nvSpPr>
        <p:spPr>
          <a:xfrm>
            <a:off x="5676900" y="727287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smtClean="0"/>
              <a:t>内存地址</a:t>
            </a:r>
            <a:endParaRPr lang="zh-CN" altLang="en-US" sz="1200"/>
          </a:p>
        </p:txBody>
      </p:sp>
      <p:sp>
        <p:nvSpPr>
          <p:cNvPr id="20" name="文本框 19"/>
          <p:cNvSpPr txBox="1"/>
          <p:nvPr/>
        </p:nvSpPr>
        <p:spPr>
          <a:xfrm>
            <a:off x="5859780" y="2082908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21" name="文本框 20"/>
          <p:cNvSpPr txBox="1"/>
          <p:nvPr/>
        </p:nvSpPr>
        <p:spPr>
          <a:xfrm>
            <a:off x="5859780" y="1780817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22" name="文本框 21"/>
          <p:cNvSpPr txBox="1"/>
          <p:nvPr/>
        </p:nvSpPr>
        <p:spPr>
          <a:xfrm>
            <a:off x="5471160" y="1414742"/>
            <a:ext cx="10947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200" smtClean="0"/>
              <a:t>ntohl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23" name="文本框 22"/>
          <p:cNvSpPr txBox="1"/>
          <p:nvPr/>
        </p:nvSpPr>
        <p:spPr>
          <a:xfrm>
            <a:off x="5497830" y="1112651"/>
            <a:ext cx="10680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ntohl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24" name="左弧形箭头 23"/>
          <p:cNvSpPr/>
          <p:nvPr/>
        </p:nvSpPr>
        <p:spPr>
          <a:xfrm rot="16200000">
            <a:off x="5356614" y="1775206"/>
            <a:ext cx="815592" cy="5722875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5048250" y="4752711"/>
            <a:ext cx="1160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cable network</a:t>
            </a:r>
            <a:endParaRPr lang="zh-CN" altLang="en-US" sz="1200"/>
          </a:p>
        </p:txBody>
      </p:sp>
      <p:sp>
        <p:nvSpPr>
          <p:cNvPr id="26" name="文本框 25"/>
          <p:cNvSpPr txBox="1"/>
          <p:nvPr/>
        </p:nvSpPr>
        <p:spPr>
          <a:xfrm>
            <a:off x="3187700" y="2560253"/>
            <a:ext cx="15671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网络接口适配器</a:t>
            </a:r>
            <a:r>
              <a:rPr lang="en-US" altLang="zh-CN" sz="1200" smtClean="0"/>
              <a:t>NIC</a:t>
            </a:r>
            <a:endParaRPr lang="zh-CN" altLang="en-US" sz="1200"/>
          </a:p>
        </p:txBody>
      </p:sp>
      <p:sp>
        <p:nvSpPr>
          <p:cNvPr id="28" name="文本框 27"/>
          <p:cNvSpPr txBox="1"/>
          <p:nvPr/>
        </p:nvSpPr>
        <p:spPr>
          <a:xfrm>
            <a:off x="7381240" y="335549"/>
            <a:ext cx="21894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接收方：大端字节序</a:t>
            </a:r>
            <a:r>
              <a:rPr lang="en-US" altLang="zh-CN" sz="1200" smtClean="0"/>
              <a:t>/</a:t>
            </a:r>
            <a:r>
              <a:rPr lang="zh-CN" altLang="en-US" sz="1200" smtClean="0"/>
              <a:t>比特序</a:t>
            </a:r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561520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1495</TotalTime>
  <Words>474</Words>
  <Application>Microsoft Office PowerPoint</Application>
  <PresentationFormat>宽屏</PresentationFormat>
  <Paragraphs>271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Myth</dc:creator>
  <cp:lastModifiedBy>Myth</cp:lastModifiedBy>
  <cp:revision>40</cp:revision>
  <dcterms:created xsi:type="dcterms:W3CDTF">2019-01-14T11:49:30Z</dcterms:created>
  <dcterms:modified xsi:type="dcterms:W3CDTF">2019-06-29T12:22:32Z</dcterms:modified>
</cp:coreProperties>
</file>